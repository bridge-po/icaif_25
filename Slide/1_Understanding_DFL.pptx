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4" r:id="rId1"/>
    <p:sldMasterId id="2147483692" r:id="rId2"/>
  </p:sldMasterIdLst>
  <p:notesMasterIdLst>
    <p:notesMasterId r:id="rId25"/>
  </p:notesMasterIdLst>
  <p:sldIdLst>
    <p:sldId id="257" r:id="rId3"/>
    <p:sldId id="31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73" r:id="rId16"/>
    <p:sldId id="382" r:id="rId17"/>
    <p:sldId id="377" r:id="rId18"/>
    <p:sldId id="374" r:id="rId19"/>
    <p:sldId id="375" r:id="rId20"/>
    <p:sldId id="378" r:id="rId21"/>
    <p:sldId id="380" r:id="rId22"/>
    <p:sldId id="381" r:id="rId23"/>
    <p:sldId id="34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CFC9"/>
    <a:srgbClr val="4F81BD"/>
    <a:srgbClr val="002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2" autoAdjust="0"/>
    <p:restoredTop sz="91712"/>
  </p:normalViewPr>
  <p:slideViewPr>
    <p:cSldViewPr snapToGrid="0">
      <p:cViewPr>
        <p:scale>
          <a:sx n="115" d="100"/>
          <a:sy n="115" d="100"/>
        </p:scale>
        <p:origin x="-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6" d="100"/>
          <a:sy n="166" d="100"/>
        </p:scale>
        <p:origin x="66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FCF3-66CC-41FC-9347-3187935B87EA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42EC4-387F-485B-831A-E1F87F61D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0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92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852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DCB8-9951-A3FE-B762-931D3180F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26DEFE-1A56-0134-A8C9-C2BB93DB2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E1BD89-C504-04B3-4DF4-47B627D8A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4FD9EE-EFDF-FD31-3265-74A70558C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2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E3CA-31E2-E48A-707E-C5CA6843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047747-39BF-66BE-6CA8-5D083A1B1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8C233C-27F0-87BB-EA9D-1E8B4FB43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13276-C095-FFB2-8C69-AAC1222CD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216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A3B1-0892-9784-0957-EB7DCA69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EF3ED-DD67-24FC-CA8E-069A3B8A9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931518-275C-C47E-3242-4F389A1FE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A577C-CEE7-0068-7E26-9DA0B4FEB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695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FAE0-0FED-737E-2099-534D9465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184A39-0159-786F-548A-900AFB8F1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2CFE92-BF8B-B4F1-B613-19B31E467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37C1BA-B270-8611-BC94-887269516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967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758F-06A5-3000-4F87-B9A5EF8C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F9DB06-E4EE-C297-9CE1-A9211223B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25EF77-2E82-9FEB-AA62-3E28371DE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E88FC4-A4CA-F1B4-3510-84DCCD3AF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178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3039-69BC-4A8B-1C22-78B9B126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B74C69-6A3D-3943-3A25-19028BAA1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DD05B7-ACD1-F228-1B5D-DD0DF820E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8BEF54-9CB8-D8B4-4CF3-217617326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992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F4BF-BDBD-A7FB-BA4C-1078A240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505853-76D7-EAD0-7D64-A3C9E8871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00EAC3-9EE7-FED8-BF30-10DCCF53F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050F1F-692B-79C4-F69E-407F65343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61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1E21-25CF-BDCB-CB77-474DBABE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30FA18-5F28-DCC5-E927-A0CF1C7E6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CE2001-4D53-86C3-BE42-7F29398EE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20BDC-C842-09D0-61EC-E61262A9D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12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C008-6DE5-B55E-F27D-B579768B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B38233-C891-6715-97D5-D65A13D8B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2A5346-F025-B17A-A78B-7F2AD862B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F0CB2-81B8-C792-78EE-9FF20040C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443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CCEC-12F0-50EE-6ED5-A1600DDEA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E0C30C-2678-1AD9-DA61-4C53B9BDC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22B9FE-ED75-6477-4038-5DE23AB0D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EC9ABF-E657-2A8D-2ED0-DD783E518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494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BCA6F-CF41-AE3E-303C-6F766E22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C28148-F77E-FE61-B802-E33FA6D06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BB32BB-0979-DCA5-7ABA-B2F5CCEE0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D70057-7197-89DB-952D-65A155997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400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F10E-2252-1C1B-AA29-F0A6694E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669588-278F-D3F5-9156-C5EF52BB7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32928E-9EB3-612B-77C8-6667D59DC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C1EFF-784D-9940-A194-24DA2C28B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123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B13D-D356-0D3B-92BE-E2C5A5A8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8EAED-C6DE-CD20-CFB0-593CE7941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2DE055-DBD3-97DD-BB1C-E2159BFE7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85D77-F948-DAA2-BFCF-F2E91A357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317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DAE5-6EFC-2908-7DD7-C945F7A3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1D23C4-6F60-272A-048D-E63AA6882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A4024E-082E-6B7D-B90C-C8A06D75A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D6C528-35B8-5407-BDCC-2CFFF4D59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10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7B6F-1374-3426-3A80-250FDA0A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637E6D-69CC-EBD7-6B7B-CBE566D3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482D55-7876-7CFC-0CF0-01CAAFA25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0F99E8-F079-8813-E3B8-C6653CBE7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428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0666-002D-A0A6-C9B0-360D70FF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B8E6D1-4079-6155-7142-B61259CE1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8BDF00-B6BA-5286-41F8-6278E56B2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34193-DB17-A344-6698-54F0F18A7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485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C607-094F-BE98-21DD-930FCAAB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4766EF-054D-7E2F-CA8C-70FDDAB69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889299-98EF-CC5F-9ACC-E3E80DB8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CE9E2-C611-64EB-3A4C-3B57F6A19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75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4C02-1ED5-96E5-3597-E09189BA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401DC6-4129-8C87-A364-387D73D02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9C40D9-97D9-58FE-2DE9-2BE64098C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54C4E-116D-3D9F-C19F-A0050D602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957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23D63-73C3-51F2-691C-88F19280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5C4E5F-8ECC-B4A7-0FC0-DF3717068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65F396-8BB8-C36B-7A8B-25F193114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A9FB3-7D3C-6654-239C-662C75D77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483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42F7-A314-8E5A-3248-D95B30DB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8D436D-698C-4D9F-2952-4546F40A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42069-B534-7E5C-CF2C-44A05F950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A61EA8-353B-3763-688D-AA0DDC418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42EC4-387F-485B-831A-E1F87F61D56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969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70609"/>
          </a:xfrm>
        </p:spPr>
        <p:txBody>
          <a:bodyPr anchor="b"/>
          <a:lstStyle>
            <a:lvl1pPr algn="l">
              <a:defRPr sz="3800" b="1">
                <a:solidFill>
                  <a:srgbClr val="00285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070286"/>
            <a:ext cx="9144000" cy="1899128"/>
          </a:xfrm>
        </p:spPr>
        <p:txBody>
          <a:bodyPr anchor="b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2000" b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제목 1"/>
          <p:cNvSpPr txBox="1">
            <a:spLocks/>
          </p:cNvSpPr>
          <p:nvPr userDrawn="1"/>
        </p:nvSpPr>
        <p:spPr>
          <a:xfrm>
            <a:off x="1" y="0"/>
            <a:ext cx="12207151" cy="788692"/>
          </a:xfrm>
          <a:prstGeom prst="rect">
            <a:avLst/>
          </a:prstGeom>
          <a:gradFill>
            <a:gsLst>
              <a:gs pos="49000">
                <a:srgbClr val="002856"/>
              </a:gs>
              <a:gs pos="85000">
                <a:srgbClr val="1CCFC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828709">
              <a:defRPr sz="3600">
                <a:solidFill>
                  <a:schemeClr val="lt1"/>
                </a:solidFill>
              </a:defRPr>
            </a:lvl1pPr>
            <a:lvl2pPr marL="914354" defTabSz="1828709">
              <a:defRPr sz="3600">
                <a:solidFill>
                  <a:schemeClr val="lt1"/>
                </a:solidFill>
              </a:defRPr>
            </a:lvl2pPr>
            <a:lvl3pPr marL="1828709" defTabSz="1828709">
              <a:defRPr sz="3600">
                <a:solidFill>
                  <a:schemeClr val="lt1"/>
                </a:solidFill>
              </a:defRPr>
            </a:lvl3pPr>
            <a:lvl4pPr marL="2743063" defTabSz="1828709">
              <a:defRPr sz="3600">
                <a:solidFill>
                  <a:schemeClr val="lt1"/>
                </a:solidFill>
              </a:defRPr>
            </a:lvl4pPr>
            <a:lvl5pPr marL="3657417" defTabSz="1828709">
              <a:defRPr sz="3600">
                <a:solidFill>
                  <a:schemeClr val="lt1"/>
                </a:solidFill>
              </a:defRPr>
            </a:lvl5pPr>
            <a:lvl6pPr marL="4571771" defTabSz="1828709">
              <a:defRPr sz="3600">
                <a:solidFill>
                  <a:schemeClr val="lt1"/>
                </a:solidFill>
              </a:defRPr>
            </a:lvl6pPr>
            <a:lvl7pPr marL="5486126" defTabSz="1828709">
              <a:defRPr sz="3600">
                <a:solidFill>
                  <a:schemeClr val="lt1"/>
                </a:solidFill>
              </a:defRPr>
            </a:lvl7pPr>
            <a:lvl8pPr marL="6400480" defTabSz="1828709">
              <a:defRPr sz="3600">
                <a:solidFill>
                  <a:schemeClr val="lt1"/>
                </a:solidFill>
              </a:defRPr>
            </a:lvl8pPr>
            <a:lvl9pPr marL="7314834" defTabSz="1828709">
              <a:defRPr sz="3600">
                <a:solidFill>
                  <a:schemeClr val="lt1"/>
                </a:solidFill>
              </a:defRPr>
            </a:lvl9pPr>
          </a:lstStyle>
          <a:p>
            <a:pPr lvl="0"/>
            <a:endParaRPr lang="ko-KR" altLang="en-US" sz="360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618" y="6087855"/>
            <a:ext cx="1983655" cy="562479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 flipV="1">
            <a:off x="1692745" y="2971494"/>
            <a:ext cx="3425193" cy="58272"/>
          </a:xfrm>
          <a:prstGeom prst="rect">
            <a:avLst/>
          </a:prstGeom>
          <a:solidFill>
            <a:srgbClr val="43C0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002856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0413" b="41766"/>
          <a:stretch/>
        </p:blipFill>
        <p:spPr>
          <a:xfrm>
            <a:off x="11571889" y="67621"/>
            <a:ext cx="282024" cy="744721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1619" b="84760"/>
          <a:stretch/>
        </p:blipFill>
        <p:spPr>
          <a:xfrm rot="16200000">
            <a:off x="1425954" y="2870700"/>
            <a:ext cx="196092" cy="25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3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>
                <a:solidFill>
                  <a:srgbClr val="002856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  <p:cxnSp>
        <p:nvCxnSpPr>
          <p:cNvPr id="8" name="직선 연결선[R] 10"/>
          <p:cNvCxnSpPr/>
          <p:nvPr userDrawn="1"/>
        </p:nvCxnSpPr>
        <p:spPr>
          <a:xfrm>
            <a:off x="644526" y="6382254"/>
            <a:ext cx="10902949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41"/>
          <p:cNvCxnSpPr/>
          <p:nvPr userDrawn="1"/>
        </p:nvCxnSpPr>
        <p:spPr>
          <a:xfrm>
            <a:off x="953818" y="898639"/>
            <a:ext cx="1747341" cy="0"/>
          </a:xfrm>
          <a:prstGeom prst="line">
            <a:avLst/>
          </a:prstGeom>
          <a:ln w="28575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1619" b="84760"/>
          <a:stretch/>
        </p:blipFill>
        <p:spPr>
          <a:xfrm rot="16200000">
            <a:off x="753604" y="815706"/>
            <a:ext cx="129770" cy="17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576541"/>
            <a:ext cx="10515600" cy="1046765"/>
          </a:xfrm>
        </p:spPr>
        <p:txBody>
          <a:bodyPr anchor="b"/>
          <a:lstStyle>
            <a:lvl1pPr>
              <a:defRPr sz="2400" b="0">
                <a:solidFill>
                  <a:srgbClr val="1CCF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2776422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" name="직선 연결선 41"/>
          <p:cNvCxnSpPr/>
          <p:nvPr userDrawn="1"/>
        </p:nvCxnSpPr>
        <p:spPr>
          <a:xfrm>
            <a:off x="974838" y="2633746"/>
            <a:ext cx="1747341" cy="0"/>
          </a:xfrm>
          <a:prstGeom prst="line">
            <a:avLst/>
          </a:prstGeom>
          <a:ln w="28575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1619" b="84760"/>
          <a:stretch/>
        </p:blipFill>
        <p:spPr>
          <a:xfrm rot="16200000">
            <a:off x="774624" y="2550813"/>
            <a:ext cx="129770" cy="171972"/>
          </a:xfrm>
          <a:prstGeom prst="rect">
            <a:avLst/>
          </a:prstGeom>
        </p:spPr>
      </p:pic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  <p:cxnSp>
        <p:nvCxnSpPr>
          <p:cNvPr id="10" name="직선 연결선[R] 10"/>
          <p:cNvCxnSpPr/>
          <p:nvPr userDrawn="1"/>
        </p:nvCxnSpPr>
        <p:spPr>
          <a:xfrm>
            <a:off x="644526" y="6382254"/>
            <a:ext cx="10822261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932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938048"/>
            <a:ext cx="5156200" cy="523891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938048"/>
            <a:ext cx="5156200" cy="523891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  <p:cxnSp>
        <p:nvCxnSpPr>
          <p:cNvPr id="9" name="직선 연결선[R] 10"/>
          <p:cNvCxnSpPr/>
          <p:nvPr userDrawn="1"/>
        </p:nvCxnSpPr>
        <p:spPr>
          <a:xfrm>
            <a:off x="644526" y="6382254"/>
            <a:ext cx="10822261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7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1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7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UNIST&amp;KAIST Financial Engineering Lab.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E1C6CD-04C4-C109-858A-A87AD0FC647E}"/>
              </a:ext>
            </a:extLst>
          </p:cNvPr>
          <p:cNvSpPr txBox="1">
            <a:spLocks/>
          </p:cNvSpPr>
          <p:nvPr userDrawn="1"/>
        </p:nvSpPr>
        <p:spPr>
          <a:xfrm>
            <a:off x="1" y="0"/>
            <a:ext cx="12207151" cy="788692"/>
          </a:xfrm>
          <a:prstGeom prst="rect">
            <a:avLst/>
          </a:prstGeom>
          <a:gradFill>
            <a:gsLst>
              <a:gs pos="49000">
                <a:srgbClr val="002856"/>
              </a:gs>
              <a:gs pos="85000">
                <a:srgbClr val="1CCFC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828709">
              <a:defRPr sz="3600">
                <a:solidFill>
                  <a:schemeClr val="lt1"/>
                </a:solidFill>
              </a:defRPr>
            </a:lvl1pPr>
            <a:lvl2pPr marL="914354" defTabSz="1828709">
              <a:defRPr sz="3600">
                <a:solidFill>
                  <a:schemeClr val="lt1"/>
                </a:solidFill>
              </a:defRPr>
            </a:lvl2pPr>
            <a:lvl3pPr marL="1828709" defTabSz="1828709">
              <a:defRPr sz="3600">
                <a:solidFill>
                  <a:schemeClr val="lt1"/>
                </a:solidFill>
              </a:defRPr>
            </a:lvl3pPr>
            <a:lvl4pPr marL="2743063" defTabSz="1828709">
              <a:defRPr sz="3600">
                <a:solidFill>
                  <a:schemeClr val="lt1"/>
                </a:solidFill>
              </a:defRPr>
            </a:lvl4pPr>
            <a:lvl5pPr marL="3657417" defTabSz="1828709">
              <a:defRPr sz="3600">
                <a:solidFill>
                  <a:schemeClr val="lt1"/>
                </a:solidFill>
              </a:defRPr>
            </a:lvl5pPr>
            <a:lvl6pPr marL="4571771" defTabSz="1828709">
              <a:defRPr sz="3600">
                <a:solidFill>
                  <a:schemeClr val="lt1"/>
                </a:solidFill>
              </a:defRPr>
            </a:lvl6pPr>
            <a:lvl7pPr marL="5486126" defTabSz="1828709">
              <a:defRPr sz="3600">
                <a:solidFill>
                  <a:schemeClr val="lt1"/>
                </a:solidFill>
              </a:defRPr>
            </a:lvl7pPr>
            <a:lvl8pPr marL="6400480" defTabSz="1828709">
              <a:defRPr sz="3600">
                <a:solidFill>
                  <a:schemeClr val="lt1"/>
                </a:solidFill>
              </a:defRPr>
            </a:lvl8pPr>
            <a:lvl9pPr marL="7314834" defTabSz="1828709">
              <a:defRPr sz="3600">
                <a:solidFill>
                  <a:schemeClr val="lt1"/>
                </a:solidFill>
              </a:defRPr>
            </a:lvl9pPr>
          </a:lstStyle>
          <a:p>
            <a:pPr lvl="0"/>
            <a:endParaRPr lang="ko-KR" altLang="en-US" sz="36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2C53F4C-61E5-1AE7-8547-5DE68BC751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618" y="6087855"/>
            <a:ext cx="1983655" cy="56247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80D9404-85EC-588C-7E8D-9F0CA5600B93}"/>
              </a:ext>
            </a:extLst>
          </p:cNvPr>
          <p:cNvSpPr/>
          <p:nvPr userDrawn="1"/>
        </p:nvSpPr>
        <p:spPr>
          <a:xfrm flipV="1">
            <a:off x="1692745" y="2971494"/>
            <a:ext cx="3425193" cy="58272"/>
          </a:xfrm>
          <a:prstGeom prst="rect">
            <a:avLst/>
          </a:prstGeom>
          <a:solidFill>
            <a:srgbClr val="43C0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002856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CB90A9-86B2-AC64-DA46-F96D42F577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0413" b="41766"/>
          <a:stretch/>
        </p:blipFill>
        <p:spPr>
          <a:xfrm>
            <a:off x="11571889" y="67621"/>
            <a:ext cx="282024" cy="744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D127C13-7C20-2D27-99FE-E1DE239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1619" b="84760"/>
          <a:stretch/>
        </p:blipFill>
        <p:spPr>
          <a:xfrm rot="16200000">
            <a:off x="1425954" y="2870700"/>
            <a:ext cx="196092" cy="25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8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UNIST&amp;KAIST Financial Engineering Lab.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[R] 10">
            <a:extLst>
              <a:ext uri="{FF2B5EF4-FFF2-40B4-BE49-F238E27FC236}">
                <a16:creationId xmlns:a16="http://schemas.microsoft.com/office/drawing/2014/main" id="{2F4A6101-0293-FAFB-744F-24F25FDE17CB}"/>
              </a:ext>
            </a:extLst>
          </p:cNvPr>
          <p:cNvCxnSpPr/>
          <p:nvPr userDrawn="1"/>
        </p:nvCxnSpPr>
        <p:spPr>
          <a:xfrm>
            <a:off x="644526" y="6382254"/>
            <a:ext cx="10902949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41">
            <a:extLst>
              <a:ext uri="{FF2B5EF4-FFF2-40B4-BE49-F238E27FC236}">
                <a16:creationId xmlns:a16="http://schemas.microsoft.com/office/drawing/2014/main" id="{AF0BCECB-A0C1-3EAD-DF8C-AB520BD5BD5F}"/>
              </a:ext>
            </a:extLst>
          </p:cNvPr>
          <p:cNvCxnSpPr/>
          <p:nvPr userDrawn="1"/>
        </p:nvCxnSpPr>
        <p:spPr>
          <a:xfrm>
            <a:off x="953818" y="898639"/>
            <a:ext cx="1747341" cy="0"/>
          </a:xfrm>
          <a:prstGeom prst="line">
            <a:avLst/>
          </a:prstGeom>
          <a:ln w="28575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7F713C20-DD10-514C-1975-FE6050B6AC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1619" b="84760"/>
          <a:stretch/>
        </p:blipFill>
        <p:spPr>
          <a:xfrm rot="16200000">
            <a:off x="753604" y="815706"/>
            <a:ext cx="129770" cy="171972"/>
          </a:xfrm>
          <a:prstGeom prst="rect">
            <a:avLst/>
          </a:prstGeom>
        </p:spPr>
      </p:pic>
      <p:pic>
        <p:nvPicPr>
          <p:cNvPr id="12" name="그림 11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B7A6D1-5DFA-0971-9CA3-261AEA0C49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3" y="6436090"/>
            <a:ext cx="1069903" cy="194722"/>
          </a:xfrm>
          <a:prstGeom prst="rect">
            <a:avLst/>
          </a:prstGeom>
        </p:spPr>
      </p:pic>
      <p:pic>
        <p:nvPicPr>
          <p:cNvPr id="14" name="그림 13" descr="그래픽, 로고, 그래픽 디자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5E4D8A-29AA-E799-D949-C1D3ADD4B3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88" y="6436090"/>
            <a:ext cx="1000089" cy="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3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41">
            <a:extLst>
              <a:ext uri="{FF2B5EF4-FFF2-40B4-BE49-F238E27FC236}">
                <a16:creationId xmlns:a16="http://schemas.microsoft.com/office/drawing/2014/main" id="{6804F719-8795-F7EE-9785-C02226236BC9}"/>
              </a:ext>
            </a:extLst>
          </p:cNvPr>
          <p:cNvCxnSpPr/>
          <p:nvPr userDrawn="1"/>
        </p:nvCxnSpPr>
        <p:spPr>
          <a:xfrm>
            <a:off x="974838" y="2633746"/>
            <a:ext cx="1747341" cy="0"/>
          </a:xfrm>
          <a:prstGeom prst="line">
            <a:avLst/>
          </a:prstGeom>
          <a:ln w="28575"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6E5F8386-DA34-F356-AE5D-B08CDB9D6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152E4C"/>
              </a:clrFrom>
              <a:clrTo>
                <a:srgbClr val="152E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7" r="41619" b="84760"/>
          <a:stretch/>
        </p:blipFill>
        <p:spPr>
          <a:xfrm rot="16200000">
            <a:off x="774624" y="2550813"/>
            <a:ext cx="129770" cy="1719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725891-8812-3E1D-06AD-1815929E5C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  <p:cxnSp>
        <p:nvCxnSpPr>
          <p:cNvPr id="10" name="직선 연결선[R] 10">
            <a:extLst>
              <a:ext uri="{FF2B5EF4-FFF2-40B4-BE49-F238E27FC236}">
                <a16:creationId xmlns:a16="http://schemas.microsoft.com/office/drawing/2014/main" id="{7AE56078-5672-F403-C62C-F26053DFD54D}"/>
              </a:ext>
            </a:extLst>
          </p:cNvPr>
          <p:cNvCxnSpPr/>
          <p:nvPr userDrawn="1"/>
        </p:nvCxnSpPr>
        <p:spPr>
          <a:xfrm>
            <a:off x="644526" y="6382254"/>
            <a:ext cx="10822261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73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6AB06F-0D15-C2E4-F813-5821CE942A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  <p:cxnSp>
        <p:nvCxnSpPr>
          <p:cNvPr id="9" name="직선 연결선[R] 10">
            <a:extLst>
              <a:ext uri="{FF2B5EF4-FFF2-40B4-BE49-F238E27FC236}">
                <a16:creationId xmlns:a16="http://schemas.microsoft.com/office/drawing/2014/main" id="{D314097B-BE0C-216B-2B7D-009DB8C15910}"/>
              </a:ext>
            </a:extLst>
          </p:cNvPr>
          <p:cNvCxnSpPr/>
          <p:nvPr userDrawn="1"/>
        </p:nvCxnSpPr>
        <p:spPr>
          <a:xfrm>
            <a:off x="644526" y="6382254"/>
            <a:ext cx="10822261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89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18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687A55-43F1-2C71-7A69-53FB40DEB0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26" y="6524482"/>
            <a:ext cx="1194785" cy="1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91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UNIST&amp;KAIST Financial Engineering Lab.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A94F0C-9E72-9483-0D81-B5D19015EA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3" y="6436090"/>
            <a:ext cx="1069903" cy="194722"/>
          </a:xfrm>
          <a:prstGeom prst="rect">
            <a:avLst/>
          </a:prstGeom>
        </p:spPr>
      </p:pic>
      <p:pic>
        <p:nvPicPr>
          <p:cNvPr id="7" name="그림 6" descr="그래픽, 로고, 그래픽 디자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24B821-0929-F468-9EF7-B01D5F2DC6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88" y="6436090"/>
            <a:ext cx="1000089" cy="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40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339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41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69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 userDrawn="1"/>
        </p:nvSpPr>
        <p:spPr>
          <a:xfrm>
            <a:off x="1" y="2518"/>
            <a:ext cx="12199575" cy="226082"/>
          </a:xfrm>
          <a:prstGeom prst="rect">
            <a:avLst/>
          </a:prstGeom>
          <a:gradFill>
            <a:gsLst>
              <a:gs pos="49000">
                <a:srgbClr val="002856"/>
              </a:gs>
              <a:gs pos="85000">
                <a:srgbClr val="1CCFC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828709">
              <a:defRPr sz="3600">
                <a:solidFill>
                  <a:schemeClr val="lt1"/>
                </a:solidFill>
              </a:defRPr>
            </a:lvl1pPr>
            <a:lvl2pPr marL="914354" defTabSz="1828709">
              <a:defRPr sz="3600">
                <a:solidFill>
                  <a:schemeClr val="lt1"/>
                </a:solidFill>
              </a:defRPr>
            </a:lvl2pPr>
            <a:lvl3pPr marL="1828709" defTabSz="1828709">
              <a:defRPr sz="3600">
                <a:solidFill>
                  <a:schemeClr val="lt1"/>
                </a:solidFill>
              </a:defRPr>
            </a:lvl3pPr>
            <a:lvl4pPr marL="2743063" defTabSz="1828709">
              <a:defRPr sz="3600">
                <a:solidFill>
                  <a:schemeClr val="lt1"/>
                </a:solidFill>
              </a:defRPr>
            </a:lvl4pPr>
            <a:lvl5pPr marL="3657417" defTabSz="1828709">
              <a:defRPr sz="3600">
                <a:solidFill>
                  <a:schemeClr val="lt1"/>
                </a:solidFill>
              </a:defRPr>
            </a:lvl5pPr>
            <a:lvl6pPr marL="4571771" defTabSz="1828709">
              <a:defRPr sz="3600">
                <a:solidFill>
                  <a:schemeClr val="lt1"/>
                </a:solidFill>
              </a:defRPr>
            </a:lvl6pPr>
            <a:lvl7pPr marL="5486126" defTabSz="1828709">
              <a:defRPr sz="3600">
                <a:solidFill>
                  <a:schemeClr val="lt1"/>
                </a:solidFill>
              </a:defRPr>
            </a:lvl7pPr>
            <a:lvl8pPr marL="6400480" defTabSz="1828709">
              <a:defRPr sz="3600">
                <a:solidFill>
                  <a:schemeClr val="lt1"/>
                </a:solidFill>
              </a:defRPr>
            </a:lvl8pPr>
            <a:lvl9pPr marL="7314834" defTabSz="1828709">
              <a:defRPr sz="3600">
                <a:solidFill>
                  <a:schemeClr val="lt1"/>
                </a:solidFill>
              </a:defRPr>
            </a:lvl9pPr>
          </a:lstStyle>
          <a:p>
            <a:pPr lvl="0"/>
            <a:endParaRPr lang="ko-KR" altLang="en-US" sz="360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17667"/>
            <a:ext cx="10515600" cy="580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032645"/>
            <a:ext cx="10515600" cy="5238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4036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835" y="6403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4" name="날짜 개체 틀 2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76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06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맑은 고딕" panose="020B0503020000020004" pitchFamily="50" charset="-127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맑은 고딕" panose="020B0503020000020004" pitchFamily="50" charset="-127"/>
        <a:buChar char="›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맑은 고딕" panose="020B0503020000020004" pitchFamily="50" charset="-127"/>
        <a:buChar char="»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C3292-AE6D-4285-8629-D6F1346CD4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B93151E-34AC-AA5D-488A-1B277769149D}"/>
              </a:ext>
            </a:extLst>
          </p:cNvPr>
          <p:cNvSpPr txBox="1">
            <a:spLocks/>
          </p:cNvSpPr>
          <p:nvPr userDrawn="1"/>
        </p:nvSpPr>
        <p:spPr>
          <a:xfrm>
            <a:off x="1" y="2518"/>
            <a:ext cx="12199575" cy="226082"/>
          </a:xfrm>
          <a:prstGeom prst="rect">
            <a:avLst/>
          </a:prstGeom>
          <a:gradFill>
            <a:gsLst>
              <a:gs pos="49000">
                <a:srgbClr val="002856"/>
              </a:gs>
              <a:gs pos="85000">
                <a:srgbClr val="1CCFC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828709">
              <a:defRPr sz="3600">
                <a:solidFill>
                  <a:schemeClr val="lt1"/>
                </a:solidFill>
              </a:defRPr>
            </a:lvl1pPr>
            <a:lvl2pPr marL="914354" defTabSz="1828709">
              <a:defRPr sz="3600">
                <a:solidFill>
                  <a:schemeClr val="lt1"/>
                </a:solidFill>
              </a:defRPr>
            </a:lvl2pPr>
            <a:lvl3pPr marL="1828709" defTabSz="1828709">
              <a:defRPr sz="3600">
                <a:solidFill>
                  <a:schemeClr val="lt1"/>
                </a:solidFill>
              </a:defRPr>
            </a:lvl3pPr>
            <a:lvl4pPr marL="2743063" defTabSz="1828709">
              <a:defRPr sz="3600">
                <a:solidFill>
                  <a:schemeClr val="lt1"/>
                </a:solidFill>
              </a:defRPr>
            </a:lvl4pPr>
            <a:lvl5pPr marL="3657417" defTabSz="1828709">
              <a:defRPr sz="3600">
                <a:solidFill>
                  <a:schemeClr val="lt1"/>
                </a:solidFill>
              </a:defRPr>
            </a:lvl5pPr>
            <a:lvl6pPr marL="4571771" defTabSz="1828709">
              <a:defRPr sz="3600">
                <a:solidFill>
                  <a:schemeClr val="lt1"/>
                </a:solidFill>
              </a:defRPr>
            </a:lvl6pPr>
            <a:lvl7pPr marL="5486126" defTabSz="1828709">
              <a:defRPr sz="3600">
                <a:solidFill>
                  <a:schemeClr val="lt1"/>
                </a:solidFill>
              </a:defRPr>
            </a:lvl7pPr>
            <a:lvl8pPr marL="6400480" defTabSz="1828709">
              <a:defRPr sz="3600">
                <a:solidFill>
                  <a:schemeClr val="lt1"/>
                </a:solidFill>
              </a:defRPr>
            </a:lvl8pPr>
            <a:lvl9pPr marL="7314834" defTabSz="1828709">
              <a:defRPr sz="3600">
                <a:solidFill>
                  <a:schemeClr val="lt1"/>
                </a:solidFill>
              </a:defRPr>
            </a:lvl9pPr>
          </a:lstStyle>
          <a:p>
            <a:pPr lvl="0"/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397542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3875" y="1099646"/>
            <a:ext cx="11023146" cy="1770609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Decision-focused Learning</a:t>
            </a:r>
            <a:endParaRPr lang="ko-KR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53891" y="4083563"/>
            <a:ext cx="4193130" cy="167479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 </a:t>
            </a:r>
            <a:endParaRPr lang="en-US" altLang="ko-KR" dirty="0"/>
          </a:p>
          <a:p>
            <a:pPr algn="r">
              <a:lnSpc>
                <a:spcPct val="100000"/>
              </a:lnSpc>
            </a:pP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Engineering Lab</a:t>
            </a:r>
          </a:p>
          <a:p>
            <a:pPr algn="r">
              <a:lnSpc>
                <a:spcPct val="100000"/>
              </a:lnSpc>
            </a:pP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Industrial Engineering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2AA67-429B-D744-BEB7-C53578B7BCBC}"/>
              </a:ext>
            </a:extLst>
          </p:cNvPr>
          <p:cNvSpPr txBox="1"/>
          <p:nvPr/>
        </p:nvSpPr>
        <p:spPr>
          <a:xfrm>
            <a:off x="2741543" y="3429000"/>
            <a:ext cx="6708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KR" sz="14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421F5F-8CBD-39C9-26BB-868410D1BE03}"/>
              </a:ext>
            </a:extLst>
          </p:cNvPr>
          <p:cNvSpPr/>
          <p:nvPr/>
        </p:nvSpPr>
        <p:spPr>
          <a:xfrm>
            <a:off x="8534400" y="6019800"/>
            <a:ext cx="2355850" cy="679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10" name="그림 9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FB1D45-205D-2DB7-2C64-4725D50BB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350" y="5698926"/>
            <a:ext cx="1701800" cy="903949"/>
          </a:xfrm>
          <a:prstGeom prst="rect">
            <a:avLst/>
          </a:prstGeom>
        </p:spPr>
      </p:pic>
      <p:pic>
        <p:nvPicPr>
          <p:cNvPr id="12" name="그림 11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6AB39A-D11D-C25A-44AE-EE38CA1E50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5795301"/>
            <a:ext cx="1861780" cy="7112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094FA79-D03E-66FC-879F-15D973B20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981" y="5487627"/>
            <a:ext cx="2438401" cy="137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6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59D4-C61F-E442-96C6-2D093029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C18A7-E1C3-9D48-815B-6FC49D1CC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126255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C9C0C-2C3A-3240-932F-494D1988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4F6CB-1252-B644-892D-1BF7E014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871A7-569B-D78A-B43F-6BD8C810C7DC}"/>
              </a:ext>
            </a:extLst>
          </p:cNvPr>
          <p:cNvSpPr txBox="1"/>
          <p:nvPr/>
        </p:nvSpPr>
        <p:spPr>
          <a:xfrm>
            <a:off x="3070383" y="1797784"/>
            <a:ext cx="57816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Must choose one box</a:t>
            </a:r>
          </a:p>
          <a:p>
            <a:pPr algn="ctr"/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 the value of each box</a:t>
            </a:r>
          </a:p>
          <a:p>
            <a:pPr algn="ctr"/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the box with a higher value</a:t>
            </a:r>
          </a:p>
        </p:txBody>
      </p:sp>
      <p:sp>
        <p:nvSpPr>
          <p:cNvPr id="6" name="정육면체 6">
            <a:extLst>
              <a:ext uri="{FF2B5EF4-FFF2-40B4-BE49-F238E27FC236}">
                <a16:creationId xmlns:a16="http://schemas.microsoft.com/office/drawing/2014/main" id="{19789854-A2D5-AFE1-E8A1-9EC59E0F239A}"/>
              </a:ext>
            </a:extLst>
          </p:cNvPr>
          <p:cNvSpPr/>
          <p:nvPr/>
        </p:nvSpPr>
        <p:spPr>
          <a:xfrm>
            <a:off x="3070383" y="4005064"/>
            <a:ext cx="2207823" cy="142859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정육면체 21">
            <a:extLst>
              <a:ext uri="{FF2B5EF4-FFF2-40B4-BE49-F238E27FC236}">
                <a16:creationId xmlns:a16="http://schemas.microsoft.com/office/drawing/2014/main" id="{1658DDC4-A589-0224-2287-FCF4B391C195}"/>
              </a:ext>
            </a:extLst>
          </p:cNvPr>
          <p:cNvSpPr/>
          <p:nvPr/>
        </p:nvSpPr>
        <p:spPr>
          <a:xfrm>
            <a:off x="6790374" y="4005064"/>
            <a:ext cx="2207823" cy="142859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63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4893-97FE-FD21-BAB2-3ED57EF4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EAB2-02C5-DF8D-6228-4027F6AA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6E74-EC31-4049-1090-A96722E0D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126255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3BD06-75C5-E737-2296-880312ED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AC68A-BD3A-CF23-768E-84B59A3D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2</a:t>
            </a:fld>
            <a:endParaRPr lang="ko-KR" altLang="en-US"/>
          </a:p>
        </p:txBody>
      </p:sp>
      <p:cxnSp>
        <p:nvCxnSpPr>
          <p:cNvPr id="7" name="직선 연결선 12">
            <a:extLst>
              <a:ext uri="{FF2B5EF4-FFF2-40B4-BE49-F238E27FC236}">
                <a16:creationId xmlns:a16="http://schemas.microsoft.com/office/drawing/2014/main" id="{44685B5D-42CF-E98A-265A-06CCD94E6881}"/>
              </a:ext>
            </a:extLst>
          </p:cNvPr>
          <p:cNvCxnSpPr>
            <a:cxnSpLocks/>
          </p:cNvCxnSpPr>
          <p:nvPr/>
        </p:nvCxnSpPr>
        <p:spPr>
          <a:xfrm>
            <a:off x="6310681" y="1898619"/>
            <a:ext cx="0" cy="371288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13">
            <a:extLst>
              <a:ext uri="{FF2B5EF4-FFF2-40B4-BE49-F238E27FC236}">
                <a16:creationId xmlns:a16="http://schemas.microsoft.com/office/drawing/2014/main" id="{6AA5C6B7-40C0-A1E6-0B96-2597283A4B8C}"/>
              </a:ext>
            </a:extLst>
          </p:cNvPr>
          <p:cNvCxnSpPr>
            <a:cxnSpLocks/>
          </p:cNvCxnSpPr>
          <p:nvPr/>
        </p:nvCxnSpPr>
        <p:spPr>
          <a:xfrm flipH="1">
            <a:off x="6021948" y="5355003"/>
            <a:ext cx="409678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486880-A75A-1250-8445-459BCBDEED72}"/>
              </a:ext>
            </a:extLst>
          </p:cNvPr>
          <p:cNvSpPr txBox="1"/>
          <p:nvPr/>
        </p:nvSpPr>
        <p:spPr>
          <a:xfrm>
            <a:off x="9666395" y="5437952"/>
            <a:ext cx="92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연결선 24">
            <a:extLst>
              <a:ext uri="{FF2B5EF4-FFF2-40B4-BE49-F238E27FC236}">
                <a16:creationId xmlns:a16="http://schemas.microsoft.com/office/drawing/2014/main" id="{D09DD6D5-F89F-45B9-4A99-DA62EBF73A8F}"/>
              </a:ext>
            </a:extLst>
          </p:cNvPr>
          <p:cNvCxnSpPr>
            <a:cxnSpLocks/>
          </p:cNvCxnSpPr>
          <p:nvPr/>
        </p:nvCxnSpPr>
        <p:spPr>
          <a:xfrm flipV="1">
            <a:off x="6124989" y="2114643"/>
            <a:ext cx="3417676" cy="341115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72D97E-8187-6295-427C-9D5A2334910F}"/>
              </a:ext>
            </a:extLst>
          </p:cNvPr>
          <p:cNvSpPr txBox="1"/>
          <p:nvPr/>
        </p:nvSpPr>
        <p:spPr>
          <a:xfrm>
            <a:off x="5230892" y="1766519"/>
            <a:ext cx="1067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별: 꼭짓점 5개 14">
            <a:extLst>
              <a:ext uri="{FF2B5EF4-FFF2-40B4-BE49-F238E27FC236}">
                <a16:creationId xmlns:a16="http://schemas.microsoft.com/office/drawing/2014/main" id="{E09E6E13-7899-542C-020E-78BD55A812A6}"/>
              </a:ext>
            </a:extLst>
          </p:cNvPr>
          <p:cNvSpPr/>
          <p:nvPr/>
        </p:nvSpPr>
        <p:spPr>
          <a:xfrm>
            <a:off x="8246521" y="3541659"/>
            <a:ext cx="288032" cy="288032"/>
          </a:xfrm>
          <a:prstGeom prst="star5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B6B03-53E0-1E29-4CA0-38B88CD003AF}"/>
              </a:ext>
            </a:extLst>
          </p:cNvPr>
          <p:cNvSpPr txBox="1"/>
          <p:nvPr/>
        </p:nvSpPr>
        <p:spPr>
          <a:xfrm>
            <a:off x="8563272" y="3514595"/>
            <a:ext cx="1318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Value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37F7A-2631-8ED0-D42A-4961226D4DB0}"/>
              </a:ext>
            </a:extLst>
          </p:cNvPr>
          <p:cNvSpPr txBox="1"/>
          <p:nvPr/>
        </p:nvSpPr>
        <p:spPr>
          <a:xfrm>
            <a:off x="9346579" y="265332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72BD42-455E-60D8-293E-DC0B5028015F}"/>
              </a:ext>
            </a:extLst>
          </p:cNvPr>
          <p:cNvSpPr txBox="1"/>
          <p:nvPr/>
        </p:nvSpPr>
        <p:spPr>
          <a:xfrm>
            <a:off x="7729041" y="1567941"/>
            <a:ext cx="1792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정육면체 19">
            <a:extLst>
              <a:ext uri="{FF2B5EF4-FFF2-40B4-BE49-F238E27FC236}">
                <a16:creationId xmlns:a16="http://schemas.microsoft.com/office/drawing/2014/main" id="{2DBEFD8A-46E6-5978-A31E-4ED27B99677B}"/>
              </a:ext>
            </a:extLst>
          </p:cNvPr>
          <p:cNvSpPr/>
          <p:nvPr/>
        </p:nvSpPr>
        <p:spPr>
          <a:xfrm>
            <a:off x="10701120" y="5414188"/>
            <a:ext cx="860888" cy="557045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정육면체 20">
            <a:extLst>
              <a:ext uri="{FF2B5EF4-FFF2-40B4-BE49-F238E27FC236}">
                <a16:creationId xmlns:a16="http://schemas.microsoft.com/office/drawing/2014/main" id="{6D3D2731-FF1E-B8AC-CE6B-4F0CEFBE9161}"/>
              </a:ext>
            </a:extLst>
          </p:cNvPr>
          <p:cNvSpPr/>
          <p:nvPr/>
        </p:nvSpPr>
        <p:spPr>
          <a:xfrm>
            <a:off x="5333182" y="2415733"/>
            <a:ext cx="862526" cy="558105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직선 연결선 21">
            <a:extLst>
              <a:ext uri="{FF2B5EF4-FFF2-40B4-BE49-F238E27FC236}">
                <a16:creationId xmlns:a16="http://schemas.microsoft.com/office/drawing/2014/main" id="{E0FA3161-25F0-A048-546B-4DA72B28BC7C}"/>
              </a:ext>
            </a:extLst>
          </p:cNvPr>
          <p:cNvCxnSpPr>
            <a:cxnSpLocks/>
          </p:cNvCxnSpPr>
          <p:nvPr/>
        </p:nvCxnSpPr>
        <p:spPr>
          <a:xfrm flipV="1">
            <a:off x="6301309" y="3683872"/>
            <a:ext cx="2089228" cy="576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2">
            <a:extLst>
              <a:ext uri="{FF2B5EF4-FFF2-40B4-BE49-F238E27FC236}">
                <a16:creationId xmlns:a16="http://schemas.microsoft.com/office/drawing/2014/main" id="{FBE82D06-821B-1D70-DBFE-45F7EB28E33D}"/>
              </a:ext>
            </a:extLst>
          </p:cNvPr>
          <p:cNvCxnSpPr>
            <a:cxnSpLocks/>
          </p:cNvCxnSpPr>
          <p:nvPr/>
        </p:nvCxnSpPr>
        <p:spPr>
          <a:xfrm>
            <a:off x="8390537" y="3683872"/>
            <a:ext cx="25332" cy="1671131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33C3893-B831-0004-E46B-BCFC9B0916E9}"/>
              </a:ext>
            </a:extLst>
          </p:cNvPr>
          <p:cNvSpPr txBox="1"/>
          <p:nvPr/>
        </p:nvSpPr>
        <p:spPr>
          <a:xfrm>
            <a:off x="5969485" y="3500531"/>
            <a:ext cx="32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67345C-9B22-25CC-5CE2-1B51B21C1A20}"/>
              </a:ext>
            </a:extLst>
          </p:cNvPr>
          <p:cNvSpPr txBox="1"/>
          <p:nvPr/>
        </p:nvSpPr>
        <p:spPr>
          <a:xfrm>
            <a:off x="8255662" y="5309523"/>
            <a:ext cx="32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FD7BBA-B0CE-089E-8B4C-2155614B98E9}"/>
              </a:ext>
            </a:extLst>
          </p:cNvPr>
          <p:cNvSpPr txBox="1"/>
          <p:nvPr/>
        </p:nvSpPr>
        <p:spPr>
          <a:xfrm>
            <a:off x="838200" y="3429000"/>
            <a:ext cx="4350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Must choose one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 the value of each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the box with a higher value</a:t>
            </a:r>
          </a:p>
        </p:txBody>
      </p:sp>
    </p:spTree>
    <p:extLst>
      <p:ext uri="{BB962C8B-B14F-4D97-AF65-F5344CB8AC3E}">
        <p14:creationId xmlns:p14="http://schemas.microsoft.com/office/powerpoint/2010/main" val="14437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11E9-94DA-8EFE-2E1A-ABC35214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9128-102A-7953-648C-C97B8172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C4D5-E220-5DCF-D30D-15D764CCE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126255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95AD5-D1CE-186F-EF1E-0FEA4120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2086A-3260-6455-AB9B-317CC6A6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7" name="직선 연결선 12">
            <a:extLst>
              <a:ext uri="{FF2B5EF4-FFF2-40B4-BE49-F238E27FC236}">
                <a16:creationId xmlns:a16="http://schemas.microsoft.com/office/drawing/2014/main" id="{A7221B84-4EE1-ECC5-5B73-469EFA7AD547}"/>
              </a:ext>
            </a:extLst>
          </p:cNvPr>
          <p:cNvCxnSpPr>
            <a:cxnSpLocks/>
          </p:cNvCxnSpPr>
          <p:nvPr/>
        </p:nvCxnSpPr>
        <p:spPr>
          <a:xfrm>
            <a:off x="6310681" y="1898619"/>
            <a:ext cx="0" cy="371288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13">
            <a:extLst>
              <a:ext uri="{FF2B5EF4-FFF2-40B4-BE49-F238E27FC236}">
                <a16:creationId xmlns:a16="http://schemas.microsoft.com/office/drawing/2014/main" id="{F94A9BE0-65E6-4965-FD75-0388F4581214}"/>
              </a:ext>
            </a:extLst>
          </p:cNvPr>
          <p:cNvCxnSpPr>
            <a:cxnSpLocks/>
          </p:cNvCxnSpPr>
          <p:nvPr/>
        </p:nvCxnSpPr>
        <p:spPr>
          <a:xfrm flipH="1">
            <a:off x="6021948" y="5355003"/>
            <a:ext cx="409678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5F775E-48F9-CE85-89D7-EE62AFC15F1B}"/>
              </a:ext>
            </a:extLst>
          </p:cNvPr>
          <p:cNvSpPr txBox="1"/>
          <p:nvPr/>
        </p:nvSpPr>
        <p:spPr>
          <a:xfrm>
            <a:off x="9666395" y="5437952"/>
            <a:ext cx="92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연결선 24">
            <a:extLst>
              <a:ext uri="{FF2B5EF4-FFF2-40B4-BE49-F238E27FC236}">
                <a16:creationId xmlns:a16="http://schemas.microsoft.com/office/drawing/2014/main" id="{590FE3F6-8AB4-6415-833A-EE1E9ADB68C1}"/>
              </a:ext>
            </a:extLst>
          </p:cNvPr>
          <p:cNvCxnSpPr>
            <a:cxnSpLocks/>
          </p:cNvCxnSpPr>
          <p:nvPr/>
        </p:nvCxnSpPr>
        <p:spPr>
          <a:xfrm flipV="1">
            <a:off x="6124989" y="2114643"/>
            <a:ext cx="3417676" cy="341115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C2074F-A004-F613-ADE8-4B4DDC567C49}"/>
              </a:ext>
            </a:extLst>
          </p:cNvPr>
          <p:cNvSpPr txBox="1"/>
          <p:nvPr/>
        </p:nvSpPr>
        <p:spPr>
          <a:xfrm>
            <a:off x="5230892" y="1766519"/>
            <a:ext cx="1067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별: 꼭짓점 5개 14">
            <a:extLst>
              <a:ext uri="{FF2B5EF4-FFF2-40B4-BE49-F238E27FC236}">
                <a16:creationId xmlns:a16="http://schemas.microsoft.com/office/drawing/2014/main" id="{75B468C4-D559-8C7B-653B-3BBD24FA029F}"/>
              </a:ext>
            </a:extLst>
          </p:cNvPr>
          <p:cNvSpPr/>
          <p:nvPr/>
        </p:nvSpPr>
        <p:spPr>
          <a:xfrm>
            <a:off x="8246521" y="3541659"/>
            <a:ext cx="288032" cy="288032"/>
          </a:xfrm>
          <a:prstGeom prst="star5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6B325-5E3D-5C3C-FA35-F1BE9B1A4F72}"/>
              </a:ext>
            </a:extLst>
          </p:cNvPr>
          <p:cNvSpPr txBox="1"/>
          <p:nvPr/>
        </p:nvSpPr>
        <p:spPr>
          <a:xfrm>
            <a:off x="8563272" y="3514595"/>
            <a:ext cx="1318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Value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778B1-9E4F-184F-A68C-BC7D2554E86A}"/>
              </a:ext>
            </a:extLst>
          </p:cNvPr>
          <p:cNvSpPr txBox="1"/>
          <p:nvPr/>
        </p:nvSpPr>
        <p:spPr>
          <a:xfrm>
            <a:off x="9346579" y="265332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44D61-516C-AE3A-A11A-6E5B73C8A0F3}"/>
              </a:ext>
            </a:extLst>
          </p:cNvPr>
          <p:cNvSpPr txBox="1"/>
          <p:nvPr/>
        </p:nvSpPr>
        <p:spPr>
          <a:xfrm>
            <a:off x="7729041" y="1567941"/>
            <a:ext cx="1792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정육면체 19">
            <a:extLst>
              <a:ext uri="{FF2B5EF4-FFF2-40B4-BE49-F238E27FC236}">
                <a16:creationId xmlns:a16="http://schemas.microsoft.com/office/drawing/2014/main" id="{5A98998B-5F8E-C557-9BDE-8B11D3C35FFC}"/>
              </a:ext>
            </a:extLst>
          </p:cNvPr>
          <p:cNvSpPr/>
          <p:nvPr/>
        </p:nvSpPr>
        <p:spPr>
          <a:xfrm>
            <a:off x="10701120" y="5414188"/>
            <a:ext cx="860888" cy="557045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정육면체 20">
            <a:extLst>
              <a:ext uri="{FF2B5EF4-FFF2-40B4-BE49-F238E27FC236}">
                <a16:creationId xmlns:a16="http://schemas.microsoft.com/office/drawing/2014/main" id="{C0C48DD1-1B0D-FF9C-636C-5D47B663333E}"/>
              </a:ext>
            </a:extLst>
          </p:cNvPr>
          <p:cNvSpPr/>
          <p:nvPr/>
        </p:nvSpPr>
        <p:spPr>
          <a:xfrm>
            <a:off x="5333182" y="2415733"/>
            <a:ext cx="862526" cy="558105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1" name="직선 연결선 22">
            <a:extLst>
              <a:ext uri="{FF2B5EF4-FFF2-40B4-BE49-F238E27FC236}">
                <a16:creationId xmlns:a16="http://schemas.microsoft.com/office/drawing/2014/main" id="{EBA9279E-D004-1E8E-6C62-54B13764F0A0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8403666" y="4808002"/>
            <a:ext cx="12203" cy="547001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819125-7138-AB5D-F4FB-F052155463F0}"/>
              </a:ext>
            </a:extLst>
          </p:cNvPr>
          <p:cNvSpPr txBox="1"/>
          <p:nvPr/>
        </p:nvSpPr>
        <p:spPr>
          <a:xfrm>
            <a:off x="8255662" y="5309523"/>
            <a:ext cx="32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3875C3-21D3-D821-23DD-DBEA13FC19C2}"/>
              </a:ext>
            </a:extLst>
          </p:cNvPr>
          <p:cNvSpPr txBox="1"/>
          <p:nvPr/>
        </p:nvSpPr>
        <p:spPr>
          <a:xfrm>
            <a:off x="838200" y="3429000"/>
            <a:ext cx="4350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Must choose one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 the value of each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the box with a higher value</a:t>
            </a:r>
          </a:p>
        </p:txBody>
      </p:sp>
      <p:cxnSp>
        <p:nvCxnSpPr>
          <p:cNvPr id="6" name="직선 연결선 30">
            <a:extLst>
              <a:ext uri="{FF2B5EF4-FFF2-40B4-BE49-F238E27FC236}">
                <a16:creationId xmlns:a16="http://schemas.microsoft.com/office/drawing/2014/main" id="{69A4926A-6742-9DF1-A5F4-34FFCED66597}"/>
              </a:ext>
            </a:extLst>
          </p:cNvPr>
          <p:cNvCxnSpPr>
            <a:cxnSpLocks/>
          </p:cNvCxnSpPr>
          <p:nvPr/>
        </p:nvCxnSpPr>
        <p:spPr>
          <a:xfrm flipV="1">
            <a:off x="6301309" y="4752339"/>
            <a:ext cx="2089228" cy="576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27">
            <a:extLst>
              <a:ext uri="{FF2B5EF4-FFF2-40B4-BE49-F238E27FC236}">
                <a16:creationId xmlns:a16="http://schemas.microsoft.com/office/drawing/2014/main" id="{3723C4BD-A822-BE59-6A87-3E36B9C17A21}"/>
              </a:ext>
            </a:extLst>
          </p:cNvPr>
          <p:cNvSpPr/>
          <p:nvPr/>
        </p:nvSpPr>
        <p:spPr>
          <a:xfrm>
            <a:off x="8331658" y="4663986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03C08-DE04-11D1-DA66-BD791BAFC699}"/>
              </a:ext>
            </a:extLst>
          </p:cNvPr>
          <p:cNvSpPr txBox="1"/>
          <p:nvPr/>
        </p:nvSpPr>
        <p:spPr>
          <a:xfrm>
            <a:off x="5977585" y="4552284"/>
            <a:ext cx="32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직선 연결선 33">
            <a:extLst>
              <a:ext uri="{FF2B5EF4-FFF2-40B4-BE49-F238E27FC236}">
                <a16:creationId xmlns:a16="http://schemas.microsoft.com/office/drawing/2014/main" id="{36C1F341-90EF-5DA7-49C1-2D8D625008AC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8390537" y="3664117"/>
            <a:ext cx="13129" cy="999869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ABB4B27-EBDB-BFAB-A251-1E7F54D15BBC}"/>
              </a:ext>
            </a:extLst>
          </p:cNvPr>
          <p:cNvSpPr txBox="1"/>
          <p:nvPr/>
        </p:nvSpPr>
        <p:spPr>
          <a:xfrm>
            <a:off x="8481428" y="3928029"/>
            <a:ext cx="32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C2B31A-EE73-F601-0950-FEE444E6F784}"/>
              </a:ext>
            </a:extLst>
          </p:cNvPr>
          <p:cNvSpPr txBox="1"/>
          <p:nvPr/>
        </p:nvSpPr>
        <p:spPr>
          <a:xfrm>
            <a:off x="8487878" y="4459951"/>
            <a:ext cx="92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</a:p>
          <a:p>
            <a:pPr algn="ctr"/>
            <a:r>
              <a:rPr lang="en-US" altLang="ko-K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1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82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C10D-C08C-59D8-AEBD-2E030C80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29CE-99F1-B039-1DDC-B4352F12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D251F-97E5-2AB8-C11D-4CB2EBE41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126255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D896E-EF68-400A-4C0B-8A160EC6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57DBD-86B6-8DF5-E754-771FDCE6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7" name="직선 연결선 12">
            <a:extLst>
              <a:ext uri="{FF2B5EF4-FFF2-40B4-BE49-F238E27FC236}">
                <a16:creationId xmlns:a16="http://schemas.microsoft.com/office/drawing/2014/main" id="{4F5E2C35-F735-4EFC-F7AF-88B6D6A7A662}"/>
              </a:ext>
            </a:extLst>
          </p:cNvPr>
          <p:cNvCxnSpPr>
            <a:cxnSpLocks/>
          </p:cNvCxnSpPr>
          <p:nvPr/>
        </p:nvCxnSpPr>
        <p:spPr>
          <a:xfrm>
            <a:off x="6310681" y="1898619"/>
            <a:ext cx="0" cy="371288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13">
            <a:extLst>
              <a:ext uri="{FF2B5EF4-FFF2-40B4-BE49-F238E27FC236}">
                <a16:creationId xmlns:a16="http://schemas.microsoft.com/office/drawing/2014/main" id="{B8F74E28-2DF6-44AA-DA3B-FF0D8886ECBD}"/>
              </a:ext>
            </a:extLst>
          </p:cNvPr>
          <p:cNvCxnSpPr>
            <a:cxnSpLocks/>
          </p:cNvCxnSpPr>
          <p:nvPr/>
        </p:nvCxnSpPr>
        <p:spPr>
          <a:xfrm flipH="1">
            <a:off x="6021948" y="5355003"/>
            <a:ext cx="409678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3D93CE-56B2-1A42-FF5E-AEEEB21CBA8C}"/>
              </a:ext>
            </a:extLst>
          </p:cNvPr>
          <p:cNvSpPr txBox="1"/>
          <p:nvPr/>
        </p:nvSpPr>
        <p:spPr>
          <a:xfrm>
            <a:off x="9666395" y="5437952"/>
            <a:ext cx="92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연결선 24">
            <a:extLst>
              <a:ext uri="{FF2B5EF4-FFF2-40B4-BE49-F238E27FC236}">
                <a16:creationId xmlns:a16="http://schemas.microsoft.com/office/drawing/2014/main" id="{45DA5F41-A672-2147-94EC-23B78020D760}"/>
              </a:ext>
            </a:extLst>
          </p:cNvPr>
          <p:cNvCxnSpPr>
            <a:cxnSpLocks/>
          </p:cNvCxnSpPr>
          <p:nvPr/>
        </p:nvCxnSpPr>
        <p:spPr>
          <a:xfrm flipV="1">
            <a:off x="6124989" y="2114643"/>
            <a:ext cx="3417676" cy="341115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8ED486-7BB0-CB4F-AF7A-96B27F89236C}"/>
              </a:ext>
            </a:extLst>
          </p:cNvPr>
          <p:cNvSpPr txBox="1"/>
          <p:nvPr/>
        </p:nvSpPr>
        <p:spPr>
          <a:xfrm>
            <a:off x="5230892" y="1766519"/>
            <a:ext cx="1067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별: 꼭짓점 5개 14">
            <a:extLst>
              <a:ext uri="{FF2B5EF4-FFF2-40B4-BE49-F238E27FC236}">
                <a16:creationId xmlns:a16="http://schemas.microsoft.com/office/drawing/2014/main" id="{3A9EABF3-7579-91DF-D2B8-67CEA3127894}"/>
              </a:ext>
            </a:extLst>
          </p:cNvPr>
          <p:cNvSpPr/>
          <p:nvPr/>
        </p:nvSpPr>
        <p:spPr>
          <a:xfrm>
            <a:off x="8246521" y="3541659"/>
            <a:ext cx="288032" cy="288032"/>
          </a:xfrm>
          <a:prstGeom prst="star5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94218-4EAE-5FDD-DF80-268ECEFB8E16}"/>
              </a:ext>
            </a:extLst>
          </p:cNvPr>
          <p:cNvSpPr txBox="1"/>
          <p:nvPr/>
        </p:nvSpPr>
        <p:spPr>
          <a:xfrm>
            <a:off x="8563272" y="3514595"/>
            <a:ext cx="1318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Value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8AF90-5B37-0073-5261-5DA0FF54A5A5}"/>
              </a:ext>
            </a:extLst>
          </p:cNvPr>
          <p:cNvSpPr txBox="1"/>
          <p:nvPr/>
        </p:nvSpPr>
        <p:spPr>
          <a:xfrm>
            <a:off x="9346579" y="265332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5BE09-2BCA-1F7D-65F8-B1C5AE3B1F75}"/>
              </a:ext>
            </a:extLst>
          </p:cNvPr>
          <p:cNvSpPr txBox="1"/>
          <p:nvPr/>
        </p:nvSpPr>
        <p:spPr>
          <a:xfrm>
            <a:off x="7729041" y="1567941"/>
            <a:ext cx="1792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정육면체 19">
            <a:extLst>
              <a:ext uri="{FF2B5EF4-FFF2-40B4-BE49-F238E27FC236}">
                <a16:creationId xmlns:a16="http://schemas.microsoft.com/office/drawing/2014/main" id="{27B49090-3976-142F-124F-1AB71B925501}"/>
              </a:ext>
            </a:extLst>
          </p:cNvPr>
          <p:cNvSpPr/>
          <p:nvPr/>
        </p:nvSpPr>
        <p:spPr>
          <a:xfrm>
            <a:off x="10701120" y="5414188"/>
            <a:ext cx="860888" cy="557045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정육면체 20">
            <a:extLst>
              <a:ext uri="{FF2B5EF4-FFF2-40B4-BE49-F238E27FC236}">
                <a16:creationId xmlns:a16="http://schemas.microsoft.com/office/drawing/2014/main" id="{EED7C1BD-0D0C-6F47-1484-07D519BAB90A}"/>
              </a:ext>
            </a:extLst>
          </p:cNvPr>
          <p:cNvSpPr/>
          <p:nvPr/>
        </p:nvSpPr>
        <p:spPr>
          <a:xfrm>
            <a:off x="5333182" y="2415733"/>
            <a:ext cx="862526" cy="558105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DAC7C-3CB1-5D5C-A9B1-685BFEACE8ED}"/>
              </a:ext>
            </a:extLst>
          </p:cNvPr>
          <p:cNvSpPr txBox="1"/>
          <p:nvPr/>
        </p:nvSpPr>
        <p:spPr>
          <a:xfrm>
            <a:off x="838200" y="3429000"/>
            <a:ext cx="4350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Must choose one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 the value of each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the box with a higher value</a:t>
            </a:r>
          </a:p>
        </p:txBody>
      </p:sp>
      <p:cxnSp>
        <p:nvCxnSpPr>
          <p:cNvPr id="20" name="직선 연결선 21">
            <a:extLst>
              <a:ext uri="{FF2B5EF4-FFF2-40B4-BE49-F238E27FC236}">
                <a16:creationId xmlns:a16="http://schemas.microsoft.com/office/drawing/2014/main" id="{58395A7B-5C3B-E4DC-2433-E285C1541153}"/>
              </a:ext>
            </a:extLst>
          </p:cNvPr>
          <p:cNvCxnSpPr>
            <a:cxnSpLocks/>
          </p:cNvCxnSpPr>
          <p:nvPr/>
        </p:nvCxnSpPr>
        <p:spPr>
          <a:xfrm>
            <a:off x="6308175" y="3679024"/>
            <a:ext cx="10966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곱하기 기호 11">
            <a:extLst>
              <a:ext uri="{FF2B5EF4-FFF2-40B4-BE49-F238E27FC236}">
                <a16:creationId xmlns:a16="http://schemas.microsoft.com/office/drawing/2014/main" id="{AD3905A1-6631-58B1-BA2D-5B05AF49E99E}"/>
              </a:ext>
            </a:extLst>
          </p:cNvPr>
          <p:cNvSpPr/>
          <p:nvPr/>
        </p:nvSpPr>
        <p:spPr>
          <a:xfrm>
            <a:off x="7237650" y="3531554"/>
            <a:ext cx="278699" cy="278699"/>
          </a:xfrm>
          <a:prstGeom prst="mathMultiply">
            <a:avLst>
              <a:gd name="adj1" fmla="val 14702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8" name="직선 연결선 32">
            <a:extLst>
              <a:ext uri="{FF2B5EF4-FFF2-40B4-BE49-F238E27FC236}">
                <a16:creationId xmlns:a16="http://schemas.microsoft.com/office/drawing/2014/main" id="{84295B57-AEA5-3C46-11A5-9F707AF5C616}"/>
              </a:ext>
            </a:extLst>
          </p:cNvPr>
          <p:cNvCxnSpPr>
            <a:cxnSpLocks/>
          </p:cNvCxnSpPr>
          <p:nvPr/>
        </p:nvCxnSpPr>
        <p:spPr>
          <a:xfrm>
            <a:off x="7381851" y="3670903"/>
            <a:ext cx="1018863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271284-5AAF-BADC-D202-1F5669C1ED86}"/>
              </a:ext>
            </a:extLst>
          </p:cNvPr>
          <p:cNvSpPr txBox="1"/>
          <p:nvPr/>
        </p:nvSpPr>
        <p:spPr>
          <a:xfrm>
            <a:off x="7775163" y="3679024"/>
            <a:ext cx="32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직선 연결선 22">
            <a:extLst>
              <a:ext uri="{FF2B5EF4-FFF2-40B4-BE49-F238E27FC236}">
                <a16:creationId xmlns:a16="http://schemas.microsoft.com/office/drawing/2014/main" id="{0AC67276-0644-18DA-4A3A-C61FDC012223}"/>
              </a:ext>
            </a:extLst>
          </p:cNvPr>
          <p:cNvCxnSpPr>
            <a:cxnSpLocks/>
          </p:cNvCxnSpPr>
          <p:nvPr/>
        </p:nvCxnSpPr>
        <p:spPr>
          <a:xfrm>
            <a:off x="7376999" y="3683872"/>
            <a:ext cx="25332" cy="1671131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417AB54-EA90-8A60-08A6-AF5CD54E85D1}"/>
              </a:ext>
            </a:extLst>
          </p:cNvPr>
          <p:cNvSpPr txBox="1"/>
          <p:nvPr/>
        </p:nvSpPr>
        <p:spPr>
          <a:xfrm>
            <a:off x="6634910" y="3043365"/>
            <a:ext cx="1460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</a:t>
            </a:r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4DFA61-75E7-DF7A-F5FE-0E741DE6284A}"/>
              </a:ext>
            </a:extLst>
          </p:cNvPr>
          <p:cNvSpPr txBox="1"/>
          <p:nvPr/>
        </p:nvSpPr>
        <p:spPr>
          <a:xfrm>
            <a:off x="5969485" y="3500531"/>
            <a:ext cx="32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820C6A-864C-8C08-7D1A-738259763D3A}"/>
              </a:ext>
            </a:extLst>
          </p:cNvPr>
          <p:cNvSpPr txBox="1"/>
          <p:nvPr/>
        </p:nvSpPr>
        <p:spPr>
          <a:xfrm>
            <a:off x="7242124" y="5309523"/>
            <a:ext cx="32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27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9FFB-8CE1-8E3D-BAD6-5E2509D9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3E14-1A02-9965-CF6E-9865A77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4EF7-F656-D1E9-9B5A-740820FC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126255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F8DD7-F7D7-E370-2BC9-30052E34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8295D-141D-868D-5F1A-A0894A98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5</a:t>
            </a:fld>
            <a:endParaRPr lang="ko-KR" altLang="en-US"/>
          </a:p>
        </p:txBody>
      </p:sp>
      <p:cxnSp>
        <p:nvCxnSpPr>
          <p:cNvPr id="7" name="직선 연결선 12">
            <a:extLst>
              <a:ext uri="{FF2B5EF4-FFF2-40B4-BE49-F238E27FC236}">
                <a16:creationId xmlns:a16="http://schemas.microsoft.com/office/drawing/2014/main" id="{B10E9AC5-7980-4DD3-2680-599F39118386}"/>
              </a:ext>
            </a:extLst>
          </p:cNvPr>
          <p:cNvCxnSpPr>
            <a:cxnSpLocks/>
          </p:cNvCxnSpPr>
          <p:nvPr/>
        </p:nvCxnSpPr>
        <p:spPr>
          <a:xfrm>
            <a:off x="6310681" y="1898619"/>
            <a:ext cx="0" cy="371288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13">
            <a:extLst>
              <a:ext uri="{FF2B5EF4-FFF2-40B4-BE49-F238E27FC236}">
                <a16:creationId xmlns:a16="http://schemas.microsoft.com/office/drawing/2014/main" id="{15B50DF6-67BA-5DCA-40E5-C0EA7F3A1A44}"/>
              </a:ext>
            </a:extLst>
          </p:cNvPr>
          <p:cNvCxnSpPr>
            <a:cxnSpLocks/>
          </p:cNvCxnSpPr>
          <p:nvPr/>
        </p:nvCxnSpPr>
        <p:spPr>
          <a:xfrm flipH="1">
            <a:off x="6021948" y="5355003"/>
            <a:ext cx="409678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99D40A-75A0-7D11-1B56-82E19A3D1C48}"/>
              </a:ext>
            </a:extLst>
          </p:cNvPr>
          <p:cNvSpPr txBox="1"/>
          <p:nvPr/>
        </p:nvSpPr>
        <p:spPr>
          <a:xfrm>
            <a:off x="9666395" y="5437952"/>
            <a:ext cx="92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연결선 24">
            <a:extLst>
              <a:ext uri="{FF2B5EF4-FFF2-40B4-BE49-F238E27FC236}">
                <a16:creationId xmlns:a16="http://schemas.microsoft.com/office/drawing/2014/main" id="{01FF9AF7-6A59-780F-1EBE-DA63600B509B}"/>
              </a:ext>
            </a:extLst>
          </p:cNvPr>
          <p:cNvCxnSpPr>
            <a:cxnSpLocks/>
          </p:cNvCxnSpPr>
          <p:nvPr/>
        </p:nvCxnSpPr>
        <p:spPr>
          <a:xfrm flipV="1">
            <a:off x="6124989" y="2114643"/>
            <a:ext cx="3417676" cy="341115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38C496-5899-D7ED-99A0-1F19E3A37743}"/>
              </a:ext>
            </a:extLst>
          </p:cNvPr>
          <p:cNvSpPr txBox="1"/>
          <p:nvPr/>
        </p:nvSpPr>
        <p:spPr>
          <a:xfrm>
            <a:off x="5230892" y="1766519"/>
            <a:ext cx="1067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</a:t>
            </a:r>
          </a:p>
          <a:p>
            <a:pPr algn="ctr"/>
            <a:r>
              <a:rPr lang="en-US" altLang="ko-KR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별: 꼭짓점 5개 14">
            <a:extLst>
              <a:ext uri="{FF2B5EF4-FFF2-40B4-BE49-F238E27FC236}">
                <a16:creationId xmlns:a16="http://schemas.microsoft.com/office/drawing/2014/main" id="{29520784-82E4-1ED1-89D7-E45D4F23D042}"/>
              </a:ext>
            </a:extLst>
          </p:cNvPr>
          <p:cNvSpPr/>
          <p:nvPr/>
        </p:nvSpPr>
        <p:spPr>
          <a:xfrm>
            <a:off x="8246521" y="3541659"/>
            <a:ext cx="288032" cy="288032"/>
          </a:xfrm>
          <a:prstGeom prst="star5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04111-E415-8B66-8D0A-06D14F39468A}"/>
              </a:ext>
            </a:extLst>
          </p:cNvPr>
          <p:cNvSpPr txBox="1"/>
          <p:nvPr/>
        </p:nvSpPr>
        <p:spPr>
          <a:xfrm>
            <a:off x="9346579" y="265332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Red Box</a:t>
            </a:r>
            <a:endParaRPr lang="ko-KR" altLang="en-US" sz="16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3384D0-AF63-9E23-C18B-A222792998D8}"/>
              </a:ext>
            </a:extLst>
          </p:cNvPr>
          <p:cNvSpPr txBox="1"/>
          <p:nvPr/>
        </p:nvSpPr>
        <p:spPr>
          <a:xfrm>
            <a:off x="7729041" y="1567941"/>
            <a:ext cx="1792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Blue Box</a:t>
            </a:r>
            <a:endParaRPr lang="ko-KR" altLang="en-US" sz="16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정육면체 19">
            <a:extLst>
              <a:ext uri="{FF2B5EF4-FFF2-40B4-BE49-F238E27FC236}">
                <a16:creationId xmlns:a16="http://schemas.microsoft.com/office/drawing/2014/main" id="{44753C7C-A5F8-DA38-5C54-1E0BCA6CFDF8}"/>
              </a:ext>
            </a:extLst>
          </p:cNvPr>
          <p:cNvSpPr/>
          <p:nvPr/>
        </p:nvSpPr>
        <p:spPr>
          <a:xfrm>
            <a:off x="10701120" y="5414188"/>
            <a:ext cx="860888" cy="557045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정육면체 20">
            <a:extLst>
              <a:ext uri="{FF2B5EF4-FFF2-40B4-BE49-F238E27FC236}">
                <a16:creationId xmlns:a16="http://schemas.microsoft.com/office/drawing/2014/main" id="{6AA4A578-9D27-0A09-FEA6-432D6F4AFF98}"/>
              </a:ext>
            </a:extLst>
          </p:cNvPr>
          <p:cNvSpPr/>
          <p:nvPr/>
        </p:nvSpPr>
        <p:spPr>
          <a:xfrm>
            <a:off x="5333182" y="2415733"/>
            <a:ext cx="862526" cy="558105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7D1A3-C6B4-288D-8656-85663264E85C}"/>
              </a:ext>
            </a:extLst>
          </p:cNvPr>
          <p:cNvSpPr txBox="1"/>
          <p:nvPr/>
        </p:nvSpPr>
        <p:spPr>
          <a:xfrm>
            <a:off x="838200" y="3429000"/>
            <a:ext cx="4350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Must choose one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 the value of each box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the box with a higher value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E78A2B-43EF-3629-7838-3707F0334725}"/>
              </a:ext>
            </a:extLst>
          </p:cNvPr>
          <p:cNvSpPr txBox="1"/>
          <p:nvPr/>
        </p:nvSpPr>
        <p:spPr>
          <a:xfrm>
            <a:off x="6709788" y="2418701"/>
            <a:ext cx="1460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</a:t>
            </a:r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곱하기 기호 11">
            <a:extLst>
              <a:ext uri="{FF2B5EF4-FFF2-40B4-BE49-F238E27FC236}">
                <a16:creationId xmlns:a16="http://schemas.microsoft.com/office/drawing/2014/main" id="{5F312593-8A4E-80F2-5511-7220C44C7AB4}"/>
              </a:ext>
            </a:extLst>
          </p:cNvPr>
          <p:cNvSpPr/>
          <p:nvPr/>
        </p:nvSpPr>
        <p:spPr>
          <a:xfrm>
            <a:off x="7927019" y="2917158"/>
            <a:ext cx="278699" cy="278699"/>
          </a:xfrm>
          <a:prstGeom prst="mathMultiply">
            <a:avLst>
              <a:gd name="adj1" fmla="val 14702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곱하기 기호 11">
            <a:extLst>
              <a:ext uri="{FF2B5EF4-FFF2-40B4-BE49-F238E27FC236}">
                <a16:creationId xmlns:a16="http://schemas.microsoft.com/office/drawing/2014/main" id="{C6614F28-FC46-977E-98BD-E12FFE607D44}"/>
              </a:ext>
            </a:extLst>
          </p:cNvPr>
          <p:cNvSpPr/>
          <p:nvPr/>
        </p:nvSpPr>
        <p:spPr>
          <a:xfrm>
            <a:off x="7548846" y="3528122"/>
            <a:ext cx="278699" cy="278699"/>
          </a:xfrm>
          <a:prstGeom prst="mathMultiply">
            <a:avLst>
              <a:gd name="adj1" fmla="val 14702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곱하기 기호 11">
            <a:extLst>
              <a:ext uri="{FF2B5EF4-FFF2-40B4-BE49-F238E27FC236}">
                <a16:creationId xmlns:a16="http://schemas.microsoft.com/office/drawing/2014/main" id="{CBBE1CE2-0365-481E-6427-1A1AB279D24F}"/>
              </a:ext>
            </a:extLst>
          </p:cNvPr>
          <p:cNvSpPr/>
          <p:nvPr/>
        </p:nvSpPr>
        <p:spPr>
          <a:xfrm>
            <a:off x="8389336" y="2882668"/>
            <a:ext cx="278699" cy="278699"/>
          </a:xfrm>
          <a:prstGeom prst="mathMultiply">
            <a:avLst>
              <a:gd name="adj1" fmla="val 14702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원호 38">
            <a:extLst>
              <a:ext uri="{FF2B5EF4-FFF2-40B4-BE49-F238E27FC236}">
                <a16:creationId xmlns:a16="http://schemas.microsoft.com/office/drawing/2014/main" id="{866FC2E8-2F8E-17F2-704E-633FB3FC73D4}"/>
              </a:ext>
            </a:extLst>
          </p:cNvPr>
          <p:cNvSpPr/>
          <p:nvPr/>
        </p:nvSpPr>
        <p:spPr>
          <a:xfrm>
            <a:off x="7688080" y="3004296"/>
            <a:ext cx="1350730" cy="1350730"/>
          </a:xfrm>
          <a:prstGeom prst="arc">
            <a:avLst>
              <a:gd name="adj1" fmla="val 16200000"/>
              <a:gd name="adj2" fmla="val 16199729"/>
            </a:avLst>
          </a:prstGeom>
          <a:ln w="254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40">
            <a:extLst>
              <a:ext uri="{FF2B5EF4-FFF2-40B4-BE49-F238E27FC236}">
                <a16:creationId xmlns:a16="http://schemas.microsoft.com/office/drawing/2014/main" id="{2CBEBD6D-C1D4-30D4-7FF0-9E7ABD7D7FE4}"/>
              </a:ext>
            </a:extLst>
          </p:cNvPr>
          <p:cNvSpPr/>
          <p:nvPr/>
        </p:nvSpPr>
        <p:spPr>
          <a:xfrm>
            <a:off x="7892335" y="4157620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41">
            <a:extLst>
              <a:ext uri="{FF2B5EF4-FFF2-40B4-BE49-F238E27FC236}">
                <a16:creationId xmlns:a16="http://schemas.microsoft.com/office/drawing/2014/main" id="{80FC3972-2581-B930-498F-F0780C9999A3}"/>
              </a:ext>
            </a:extLst>
          </p:cNvPr>
          <p:cNvSpPr/>
          <p:nvPr/>
        </p:nvSpPr>
        <p:spPr>
          <a:xfrm>
            <a:off x="8229071" y="4289224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타원 42">
            <a:extLst>
              <a:ext uri="{FF2B5EF4-FFF2-40B4-BE49-F238E27FC236}">
                <a16:creationId xmlns:a16="http://schemas.microsoft.com/office/drawing/2014/main" id="{CB4771A8-A5F4-9182-FE1E-D41C59BDB60E}"/>
              </a:ext>
            </a:extLst>
          </p:cNvPr>
          <p:cNvSpPr/>
          <p:nvPr/>
        </p:nvSpPr>
        <p:spPr>
          <a:xfrm>
            <a:off x="8884651" y="3942789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타원 43">
            <a:extLst>
              <a:ext uri="{FF2B5EF4-FFF2-40B4-BE49-F238E27FC236}">
                <a16:creationId xmlns:a16="http://schemas.microsoft.com/office/drawing/2014/main" id="{F7C97100-1C73-E6D3-6651-3AEAC461CC00}"/>
              </a:ext>
            </a:extLst>
          </p:cNvPr>
          <p:cNvSpPr/>
          <p:nvPr/>
        </p:nvSpPr>
        <p:spPr>
          <a:xfrm>
            <a:off x="8925727" y="3356932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7D3814-8146-9674-A936-5FA0BB3F8331}"/>
              </a:ext>
            </a:extLst>
          </p:cNvPr>
          <p:cNvSpPr txBox="1"/>
          <p:nvPr/>
        </p:nvSpPr>
        <p:spPr>
          <a:xfrm>
            <a:off x="7827545" y="4506349"/>
            <a:ext cx="129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MSE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직선 연결선 27">
            <a:extLst>
              <a:ext uri="{FF2B5EF4-FFF2-40B4-BE49-F238E27FC236}">
                <a16:creationId xmlns:a16="http://schemas.microsoft.com/office/drawing/2014/main" id="{FFDE986F-84BE-B330-2FB7-344E93783F21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8389337" y="3428940"/>
            <a:ext cx="536390" cy="24600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133F9E-03C9-1DB0-CAD4-7FE1615A0C2E}"/>
              </a:ext>
            </a:extLst>
          </p:cNvPr>
          <p:cNvSpPr txBox="1"/>
          <p:nvPr/>
        </p:nvSpPr>
        <p:spPr>
          <a:xfrm>
            <a:off x="9115798" y="3866121"/>
            <a:ext cx="1101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</a:p>
          <a:p>
            <a:pPr algn="ctr"/>
            <a:r>
              <a:rPr lang="en-US" altLang="ko-K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1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6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9060-88DA-E0AA-6535-2F1DDC15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D283-414F-06A2-7EB3-DA6E7EA4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5551449" cy="421953"/>
          </a:xfrm>
        </p:spPr>
        <p:txBody>
          <a:bodyPr>
            <a:no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Optimization Framework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89C6-4F3A-38E2-115E-89D0442F9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841648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7B724-9AB3-16BD-FF92-D672BD98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F5847-C0FD-6176-F646-2C54980A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화살표: 오른쪽 10">
            <a:extLst>
              <a:ext uri="{FF2B5EF4-FFF2-40B4-BE49-F238E27FC236}">
                <a16:creationId xmlns:a16="http://schemas.microsoft.com/office/drawing/2014/main" id="{AF1B6782-1839-0A62-B266-0876CB4416B3}"/>
              </a:ext>
            </a:extLst>
          </p:cNvPr>
          <p:cNvSpPr/>
          <p:nvPr/>
        </p:nvSpPr>
        <p:spPr>
          <a:xfrm>
            <a:off x="2794575" y="3220173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2C0ED5CF-83D8-0FD0-F240-63678748F2E2}"/>
              </a:ext>
            </a:extLst>
          </p:cNvPr>
          <p:cNvSpPr/>
          <p:nvPr/>
        </p:nvSpPr>
        <p:spPr>
          <a:xfrm rot="5400000">
            <a:off x="3104777" y="2559222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4">
            <a:extLst>
              <a:ext uri="{FF2B5EF4-FFF2-40B4-BE49-F238E27FC236}">
                <a16:creationId xmlns:a16="http://schemas.microsoft.com/office/drawing/2014/main" id="{A437F9E2-68A4-4D71-EC36-2AE2C043BBDC}"/>
              </a:ext>
            </a:extLst>
          </p:cNvPr>
          <p:cNvSpPr/>
          <p:nvPr/>
        </p:nvSpPr>
        <p:spPr>
          <a:xfrm>
            <a:off x="1102807" y="2337385"/>
            <a:ext cx="1519043" cy="218323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16">
            <a:extLst>
              <a:ext uri="{FF2B5EF4-FFF2-40B4-BE49-F238E27FC236}">
                <a16:creationId xmlns:a16="http://schemas.microsoft.com/office/drawing/2014/main" id="{4A9A9D4E-5509-0C6F-90ED-51E89A1E0385}"/>
              </a:ext>
            </a:extLst>
          </p:cNvPr>
          <p:cNvSpPr/>
          <p:nvPr/>
        </p:nvSpPr>
        <p:spPr>
          <a:xfrm>
            <a:off x="5353159" y="3168902"/>
            <a:ext cx="1731323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19">
            <a:extLst>
              <a:ext uri="{FF2B5EF4-FFF2-40B4-BE49-F238E27FC236}">
                <a16:creationId xmlns:a16="http://schemas.microsoft.com/office/drawing/2014/main" id="{7C22F3BE-DEBD-C4D3-591D-9A42010A95C9}"/>
              </a:ext>
            </a:extLst>
          </p:cNvPr>
          <p:cNvSpPr/>
          <p:nvPr/>
        </p:nvSpPr>
        <p:spPr>
          <a:xfrm>
            <a:off x="9773419" y="3168902"/>
            <a:ext cx="1632671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화살표: 오른쪽 37">
            <a:extLst>
              <a:ext uri="{FF2B5EF4-FFF2-40B4-BE49-F238E27FC236}">
                <a16:creationId xmlns:a16="http://schemas.microsoft.com/office/drawing/2014/main" id="{C967281B-310F-098C-2C0B-9DD4A53777A6}"/>
              </a:ext>
            </a:extLst>
          </p:cNvPr>
          <p:cNvSpPr/>
          <p:nvPr/>
        </p:nvSpPr>
        <p:spPr>
          <a:xfrm>
            <a:off x="6539248" y="4938811"/>
            <a:ext cx="3643265" cy="270635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화살표: 오른쪽 37">
            <a:extLst>
              <a:ext uri="{FF2B5EF4-FFF2-40B4-BE49-F238E27FC236}">
                <a16:creationId xmlns:a16="http://schemas.microsoft.com/office/drawing/2014/main" id="{87DEB2BC-70EE-6B70-F2EE-4F81B538A344}"/>
              </a:ext>
            </a:extLst>
          </p:cNvPr>
          <p:cNvSpPr/>
          <p:nvPr/>
        </p:nvSpPr>
        <p:spPr>
          <a:xfrm>
            <a:off x="2228202" y="4938811"/>
            <a:ext cx="3643265" cy="270635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93AF22-6DD3-8A43-35B7-EE0D41BD7055}"/>
              </a:ext>
            </a:extLst>
          </p:cNvPr>
          <p:cNvSpPr txBox="1"/>
          <p:nvPr/>
        </p:nvSpPr>
        <p:spPr>
          <a:xfrm>
            <a:off x="2873169" y="5213298"/>
            <a:ext cx="2330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Stage</a:t>
            </a:r>
            <a:endParaRPr lang="ko-KR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61BF6B-A3B1-4D5B-B9E5-5F3B1ACC2C44}"/>
              </a:ext>
            </a:extLst>
          </p:cNvPr>
          <p:cNvSpPr txBox="1"/>
          <p:nvPr/>
        </p:nvSpPr>
        <p:spPr>
          <a:xfrm>
            <a:off x="7035740" y="5213298"/>
            <a:ext cx="2737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Stage</a:t>
            </a:r>
            <a:endParaRPr lang="ko-KR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직사각형 11">
            <a:extLst>
              <a:ext uri="{FF2B5EF4-FFF2-40B4-BE49-F238E27FC236}">
                <a16:creationId xmlns:a16="http://schemas.microsoft.com/office/drawing/2014/main" id="{AED02518-EBF9-B85C-D6C8-428D1A7540A5}"/>
              </a:ext>
            </a:extLst>
          </p:cNvPr>
          <p:cNvSpPr/>
          <p:nvPr/>
        </p:nvSpPr>
        <p:spPr>
          <a:xfrm>
            <a:off x="3089379" y="2241935"/>
            <a:ext cx="1898442" cy="23202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화살표: 오른쪽 10">
            <a:extLst>
              <a:ext uri="{FF2B5EF4-FFF2-40B4-BE49-F238E27FC236}">
                <a16:creationId xmlns:a16="http://schemas.microsoft.com/office/drawing/2014/main" id="{5FFC319B-B360-2FC6-187C-BCBD5B689445}"/>
              </a:ext>
            </a:extLst>
          </p:cNvPr>
          <p:cNvSpPr/>
          <p:nvPr/>
        </p:nvSpPr>
        <p:spPr>
          <a:xfrm>
            <a:off x="7178991" y="3287148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내용 개체 틀 9">
            <a:extLst>
              <a:ext uri="{FF2B5EF4-FFF2-40B4-BE49-F238E27FC236}">
                <a16:creationId xmlns:a16="http://schemas.microsoft.com/office/drawing/2014/main" id="{07E28402-1119-64C3-387F-D5475CF38277}"/>
              </a:ext>
            </a:extLst>
          </p:cNvPr>
          <p:cNvSpPr txBox="1">
            <a:spLocks/>
          </p:cNvSpPr>
          <p:nvPr/>
        </p:nvSpPr>
        <p:spPr bwMode="auto">
          <a:xfrm>
            <a:off x="7547728" y="3176006"/>
            <a:ext cx="1458186" cy="613105"/>
          </a:xfrm>
          <a:prstGeom prst="rect">
            <a:avLst/>
          </a:prstGeom>
          <a:solidFill>
            <a:srgbClr val="4F81BD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0712" tIns="45356" rIns="90712" bIns="45356" numCol="1" anchor="t" anchorCtr="0" compatLnSpc="1">
            <a:prstTxWarp prst="textNoShape">
              <a:avLst/>
            </a:prstTxWarp>
          </a:bodyPr>
          <a:lstStyle>
            <a:lvl1pPr marL="340170" indent="-34017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1pPr>
            <a:lvl2pPr marL="737036" indent="-28347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2pPr>
            <a:lvl3pPr marL="1133901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3pPr>
            <a:lvl4pPr marL="158746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4pPr>
            <a:lvl5pPr marL="204102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5pPr>
            <a:lvl6pPr marL="2494582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48143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170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526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413429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DC932-A477-82D3-A21F-3FBE5FA4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F197F-64E7-0B2B-C4A3-04F95ABB2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5662961" cy="421953"/>
          </a:xfrm>
        </p:spPr>
        <p:txBody>
          <a:bodyPr>
            <a:no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Optimization Framework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CECA-9ECF-CB87-84BA-49E996919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841648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Prediction-focused Learning (PFL)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E673-4165-AC4C-101A-107CC4EF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10979-DEF4-2203-7F74-9FD761D8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화살표: 오른쪽 10">
            <a:extLst>
              <a:ext uri="{FF2B5EF4-FFF2-40B4-BE49-F238E27FC236}">
                <a16:creationId xmlns:a16="http://schemas.microsoft.com/office/drawing/2014/main" id="{9FD229B7-CC2F-975B-56E4-EC576EFDEE77}"/>
              </a:ext>
            </a:extLst>
          </p:cNvPr>
          <p:cNvSpPr/>
          <p:nvPr/>
        </p:nvSpPr>
        <p:spPr>
          <a:xfrm>
            <a:off x="2794575" y="2519720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5761CE51-04DE-2CC8-6374-E75DACE9765A}"/>
              </a:ext>
            </a:extLst>
          </p:cNvPr>
          <p:cNvSpPr/>
          <p:nvPr/>
        </p:nvSpPr>
        <p:spPr>
          <a:xfrm rot="5400000">
            <a:off x="3104777" y="1858769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4">
            <a:extLst>
              <a:ext uri="{FF2B5EF4-FFF2-40B4-BE49-F238E27FC236}">
                <a16:creationId xmlns:a16="http://schemas.microsoft.com/office/drawing/2014/main" id="{C70649B9-CB12-8441-1741-08CC49F90EEF}"/>
              </a:ext>
            </a:extLst>
          </p:cNvPr>
          <p:cNvSpPr/>
          <p:nvPr/>
        </p:nvSpPr>
        <p:spPr>
          <a:xfrm>
            <a:off x="1102807" y="1636932"/>
            <a:ext cx="1519043" cy="218323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16">
            <a:extLst>
              <a:ext uri="{FF2B5EF4-FFF2-40B4-BE49-F238E27FC236}">
                <a16:creationId xmlns:a16="http://schemas.microsoft.com/office/drawing/2014/main" id="{EA72EF96-F7A6-F189-ECFD-F4DDC678EA75}"/>
              </a:ext>
            </a:extLst>
          </p:cNvPr>
          <p:cNvSpPr/>
          <p:nvPr/>
        </p:nvSpPr>
        <p:spPr>
          <a:xfrm>
            <a:off x="5353159" y="2468449"/>
            <a:ext cx="1731323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화살표: 오른쪽 37">
            <a:extLst>
              <a:ext uri="{FF2B5EF4-FFF2-40B4-BE49-F238E27FC236}">
                <a16:creationId xmlns:a16="http://schemas.microsoft.com/office/drawing/2014/main" id="{94F3E839-0E15-5003-F40D-CF677C44F469}"/>
              </a:ext>
            </a:extLst>
          </p:cNvPr>
          <p:cNvSpPr/>
          <p:nvPr/>
        </p:nvSpPr>
        <p:spPr>
          <a:xfrm rot="10800000">
            <a:off x="3691053" y="3992893"/>
            <a:ext cx="1355165" cy="401024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0D97C-9148-24E4-A640-CB8297AB3204}"/>
              </a:ext>
            </a:extLst>
          </p:cNvPr>
          <p:cNvSpPr txBox="1"/>
          <p:nvPr/>
        </p:nvSpPr>
        <p:spPr>
          <a:xfrm>
            <a:off x="3691054" y="4393918"/>
            <a:ext cx="151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16">
            <a:extLst>
              <a:ext uri="{FF2B5EF4-FFF2-40B4-BE49-F238E27FC236}">
                <a16:creationId xmlns:a16="http://schemas.microsoft.com/office/drawing/2014/main" id="{F3310434-6624-3CCF-5DD2-45D0DAA4B54D}"/>
              </a:ext>
            </a:extLst>
          </p:cNvPr>
          <p:cNvSpPr/>
          <p:nvPr/>
        </p:nvSpPr>
        <p:spPr>
          <a:xfrm>
            <a:off x="5269599" y="3992893"/>
            <a:ext cx="1898442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Loss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8">
            <a:extLst>
              <a:ext uri="{FF2B5EF4-FFF2-40B4-BE49-F238E27FC236}">
                <a16:creationId xmlns:a16="http://schemas.microsoft.com/office/drawing/2014/main" id="{35C6FAAC-F1DA-A3A2-36FF-24BB9556D3CA}"/>
              </a:ext>
            </a:extLst>
          </p:cNvPr>
          <p:cNvCxnSpPr>
            <a:cxnSpLocks/>
          </p:cNvCxnSpPr>
          <p:nvPr/>
        </p:nvCxnSpPr>
        <p:spPr>
          <a:xfrm>
            <a:off x="9098833" y="4374058"/>
            <a:ext cx="0" cy="2018845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9">
            <a:extLst>
              <a:ext uri="{FF2B5EF4-FFF2-40B4-BE49-F238E27FC236}">
                <a16:creationId xmlns:a16="http://schemas.microsoft.com/office/drawing/2014/main" id="{C3A4905A-3CFF-E7BA-22D9-B5A6B1A4885E}"/>
              </a:ext>
            </a:extLst>
          </p:cNvPr>
          <p:cNvCxnSpPr>
            <a:cxnSpLocks/>
          </p:cNvCxnSpPr>
          <p:nvPr/>
        </p:nvCxnSpPr>
        <p:spPr>
          <a:xfrm flipH="1">
            <a:off x="8810100" y="6136404"/>
            <a:ext cx="2486259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701E81-D18D-8DCA-D581-A76790EF6994}"/>
              </a:ext>
            </a:extLst>
          </p:cNvPr>
          <p:cNvSpPr txBox="1"/>
          <p:nvPr/>
        </p:nvSpPr>
        <p:spPr>
          <a:xfrm>
            <a:off x="9142902" y="5329583"/>
            <a:ext cx="1549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Loss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직선 연결선 22">
            <a:extLst>
              <a:ext uri="{FF2B5EF4-FFF2-40B4-BE49-F238E27FC236}">
                <a16:creationId xmlns:a16="http://schemas.microsoft.com/office/drawing/2014/main" id="{23EEB97E-A50A-3F0D-8F78-960088A365AF}"/>
              </a:ext>
            </a:extLst>
          </p:cNvPr>
          <p:cNvCxnSpPr>
            <a:cxnSpLocks/>
          </p:cNvCxnSpPr>
          <p:nvPr/>
        </p:nvCxnSpPr>
        <p:spPr>
          <a:xfrm flipV="1">
            <a:off x="8927450" y="4374058"/>
            <a:ext cx="1936035" cy="1932339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별: 꼭짓점 5개 6">
            <a:extLst>
              <a:ext uri="{FF2B5EF4-FFF2-40B4-BE49-F238E27FC236}">
                <a16:creationId xmlns:a16="http://schemas.microsoft.com/office/drawing/2014/main" id="{7FD99F3C-EA01-206F-9EE8-7F77BED1DE84}"/>
              </a:ext>
            </a:extLst>
          </p:cNvPr>
          <p:cNvSpPr/>
          <p:nvPr/>
        </p:nvSpPr>
        <p:spPr>
          <a:xfrm>
            <a:off x="10304272" y="5077294"/>
            <a:ext cx="288032" cy="288032"/>
          </a:xfrm>
          <a:prstGeom prst="star5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곱하기 기호 11">
            <a:extLst>
              <a:ext uri="{FF2B5EF4-FFF2-40B4-BE49-F238E27FC236}">
                <a16:creationId xmlns:a16="http://schemas.microsoft.com/office/drawing/2014/main" id="{A21CE8A2-95EB-4E50-52DC-EA023888B228}"/>
              </a:ext>
            </a:extLst>
          </p:cNvPr>
          <p:cNvSpPr/>
          <p:nvPr/>
        </p:nvSpPr>
        <p:spPr>
          <a:xfrm>
            <a:off x="9747032" y="5702615"/>
            <a:ext cx="278699" cy="278699"/>
          </a:xfrm>
          <a:prstGeom prst="mathMultiply">
            <a:avLst>
              <a:gd name="adj1" fmla="val 14702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곱하기 기호 11">
            <a:extLst>
              <a:ext uri="{FF2B5EF4-FFF2-40B4-BE49-F238E27FC236}">
                <a16:creationId xmlns:a16="http://schemas.microsoft.com/office/drawing/2014/main" id="{58E4C9C7-6137-ACDF-5265-2CE83D44096F}"/>
              </a:ext>
            </a:extLst>
          </p:cNvPr>
          <p:cNvSpPr/>
          <p:nvPr/>
        </p:nvSpPr>
        <p:spPr>
          <a:xfrm>
            <a:off x="10232262" y="5775831"/>
            <a:ext cx="278699" cy="278699"/>
          </a:xfrm>
          <a:prstGeom prst="mathMultiply">
            <a:avLst>
              <a:gd name="adj1" fmla="val 14702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곱하기 기호 11">
            <a:extLst>
              <a:ext uri="{FF2B5EF4-FFF2-40B4-BE49-F238E27FC236}">
                <a16:creationId xmlns:a16="http://schemas.microsoft.com/office/drawing/2014/main" id="{2752F382-FE6B-5D93-2F88-17BD35BF8E6C}"/>
              </a:ext>
            </a:extLst>
          </p:cNvPr>
          <p:cNvSpPr/>
          <p:nvPr/>
        </p:nvSpPr>
        <p:spPr>
          <a:xfrm>
            <a:off x="9944399" y="4806133"/>
            <a:ext cx="278699" cy="278699"/>
          </a:xfrm>
          <a:prstGeom prst="mathMultiply">
            <a:avLst>
              <a:gd name="adj1" fmla="val 14702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곱하기 기호 11">
            <a:extLst>
              <a:ext uri="{FF2B5EF4-FFF2-40B4-BE49-F238E27FC236}">
                <a16:creationId xmlns:a16="http://schemas.microsoft.com/office/drawing/2014/main" id="{FA8A6CB1-ED0E-AC66-DE90-B81EE74963B1}"/>
              </a:ext>
            </a:extLst>
          </p:cNvPr>
          <p:cNvSpPr/>
          <p:nvPr/>
        </p:nvSpPr>
        <p:spPr>
          <a:xfrm>
            <a:off x="10810494" y="4806132"/>
            <a:ext cx="278699" cy="278699"/>
          </a:xfrm>
          <a:prstGeom prst="mathMultiply">
            <a:avLst>
              <a:gd name="adj1" fmla="val 14702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곱하기 기호 11">
            <a:extLst>
              <a:ext uri="{FF2B5EF4-FFF2-40B4-BE49-F238E27FC236}">
                <a16:creationId xmlns:a16="http://schemas.microsoft.com/office/drawing/2014/main" id="{DA5FC2A1-03B4-478D-4E9C-18B14426D456}"/>
              </a:ext>
            </a:extLst>
          </p:cNvPr>
          <p:cNvSpPr/>
          <p:nvPr/>
        </p:nvSpPr>
        <p:spPr>
          <a:xfrm>
            <a:off x="10601636" y="5355854"/>
            <a:ext cx="278699" cy="278699"/>
          </a:xfrm>
          <a:prstGeom prst="mathMultiply">
            <a:avLst>
              <a:gd name="adj1" fmla="val 14702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곱하기 기호 11">
            <a:extLst>
              <a:ext uri="{FF2B5EF4-FFF2-40B4-BE49-F238E27FC236}">
                <a16:creationId xmlns:a16="http://schemas.microsoft.com/office/drawing/2014/main" id="{0E7909FC-F304-907D-9920-EAA492FF5DD5}"/>
              </a:ext>
            </a:extLst>
          </p:cNvPr>
          <p:cNvSpPr/>
          <p:nvPr/>
        </p:nvSpPr>
        <p:spPr>
          <a:xfrm>
            <a:off x="9468333" y="4396732"/>
            <a:ext cx="278699" cy="278699"/>
          </a:xfrm>
          <a:prstGeom prst="mathMultiply">
            <a:avLst>
              <a:gd name="adj1" fmla="val 14702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5" name="직선 연결선 32">
            <a:extLst>
              <a:ext uri="{FF2B5EF4-FFF2-40B4-BE49-F238E27FC236}">
                <a16:creationId xmlns:a16="http://schemas.microsoft.com/office/drawing/2014/main" id="{EA4B0D69-38C6-3035-D127-76531CB7D812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10448288" y="5232950"/>
            <a:ext cx="365110" cy="334666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D2F9E50-B10C-F1DC-352F-05693487CBEA}"/>
                  </a:ext>
                </a:extLst>
              </p:cNvPr>
              <p:cNvSpPr txBox="1"/>
              <p:nvPr/>
            </p:nvSpPr>
            <p:spPr>
              <a:xfrm>
                <a:off x="1596876" y="5060403"/>
                <a:ext cx="5250027" cy="781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pred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pred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prediction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prediction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D2F9E50-B10C-F1DC-352F-05693487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876" y="5060403"/>
                <a:ext cx="5250027" cy="781561"/>
              </a:xfrm>
              <a:prstGeom prst="rect">
                <a:avLst/>
              </a:prstGeom>
              <a:blipFill>
                <a:blip r:embed="rId3"/>
                <a:stretch>
                  <a:fillRect l="-241" t="-1613" r="-723" b="-1774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69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5781-D412-E49F-4AB0-586A9D6D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5EB0-6F90-F978-8076-32BD2CC4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6340791" cy="421953"/>
          </a:xfrm>
        </p:spPr>
        <p:txBody>
          <a:bodyPr>
            <a:no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Optimization Framework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4F5D7-5CCE-7834-2476-4CA6202F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841648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Prediction-focused Learning (PFL)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2D055-AB0B-8D15-1653-88D7C5F3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D4E99-369D-2895-EC97-106F0B86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화살표: 오른쪽 10">
            <a:extLst>
              <a:ext uri="{FF2B5EF4-FFF2-40B4-BE49-F238E27FC236}">
                <a16:creationId xmlns:a16="http://schemas.microsoft.com/office/drawing/2014/main" id="{101AC114-A068-EA00-3443-7D1B4437F8A2}"/>
              </a:ext>
            </a:extLst>
          </p:cNvPr>
          <p:cNvSpPr/>
          <p:nvPr/>
        </p:nvSpPr>
        <p:spPr>
          <a:xfrm>
            <a:off x="2794575" y="2519720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B31AFA4B-4F7C-0F73-FD4E-EF21407F6B49}"/>
              </a:ext>
            </a:extLst>
          </p:cNvPr>
          <p:cNvSpPr/>
          <p:nvPr/>
        </p:nvSpPr>
        <p:spPr>
          <a:xfrm rot="5400000">
            <a:off x="3104777" y="1858769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4">
            <a:extLst>
              <a:ext uri="{FF2B5EF4-FFF2-40B4-BE49-F238E27FC236}">
                <a16:creationId xmlns:a16="http://schemas.microsoft.com/office/drawing/2014/main" id="{7A4C3ED6-A794-78E4-251E-AF860DB0CE6D}"/>
              </a:ext>
            </a:extLst>
          </p:cNvPr>
          <p:cNvSpPr/>
          <p:nvPr/>
        </p:nvSpPr>
        <p:spPr>
          <a:xfrm>
            <a:off x="1102807" y="1636932"/>
            <a:ext cx="1519043" cy="218323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16">
            <a:extLst>
              <a:ext uri="{FF2B5EF4-FFF2-40B4-BE49-F238E27FC236}">
                <a16:creationId xmlns:a16="http://schemas.microsoft.com/office/drawing/2014/main" id="{14857A61-10D9-D42D-0604-B8E23871E1A4}"/>
              </a:ext>
            </a:extLst>
          </p:cNvPr>
          <p:cNvSpPr/>
          <p:nvPr/>
        </p:nvSpPr>
        <p:spPr>
          <a:xfrm>
            <a:off x="5353159" y="2468449"/>
            <a:ext cx="1731323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화살표: 오른쪽 10">
            <a:extLst>
              <a:ext uri="{FF2B5EF4-FFF2-40B4-BE49-F238E27FC236}">
                <a16:creationId xmlns:a16="http://schemas.microsoft.com/office/drawing/2014/main" id="{5B94546B-78DF-FED5-01AE-9A488A96DD39}"/>
              </a:ext>
            </a:extLst>
          </p:cNvPr>
          <p:cNvSpPr/>
          <p:nvPr/>
        </p:nvSpPr>
        <p:spPr>
          <a:xfrm>
            <a:off x="2794575" y="4936849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사다리꼴 12">
            <a:extLst>
              <a:ext uri="{FF2B5EF4-FFF2-40B4-BE49-F238E27FC236}">
                <a16:creationId xmlns:a16="http://schemas.microsoft.com/office/drawing/2014/main" id="{71A35157-E458-F71B-6EFD-B49176E95807}"/>
              </a:ext>
            </a:extLst>
          </p:cNvPr>
          <p:cNvSpPr/>
          <p:nvPr/>
        </p:nvSpPr>
        <p:spPr>
          <a:xfrm rot="5400000">
            <a:off x="3104777" y="4275898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1CCFC9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</a:p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직사각형 14">
            <a:extLst>
              <a:ext uri="{FF2B5EF4-FFF2-40B4-BE49-F238E27FC236}">
                <a16:creationId xmlns:a16="http://schemas.microsoft.com/office/drawing/2014/main" id="{8CE823CB-8D6F-9D95-0965-85C34865E6FF}"/>
              </a:ext>
            </a:extLst>
          </p:cNvPr>
          <p:cNvSpPr/>
          <p:nvPr/>
        </p:nvSpPr>
        <p:spPr>
          <a:xfrm>
            <a:off x="1102807" y="4054061"/>
            <a:ext cx="1519043" cy="218323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직사각형 16">
            <a:extLst>
              <a:ext uri="{FF2B5EF4-FFF2-40B4-BE49-F238E27FC236}">
                <a16:creationId xmlns:a16="http://schemas.microsoft.com/office/drawing/2014/main" id="{2E14BED5-13E7-74CF-2B64-F98ED4C7E03A}"/>
              </a:ext>
            </a:extLst>
          </p:cNvPr>
          <p:cNvSpPr/>
          <p:nvPr/>
        </p:nvSpPr>
        <p:spPr>
          <a:xfrm>
            <a:off x="5353159" y="4885578"/>
            <a:ext cx="1731323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19">
            <a:extLst>
              <a:ext uri="{FF2B5EF4-FFF2-40B4-BE49-F238E27FC236}">
                <a16:creationId xmlns:a16="http://schemas.microsoft.com/office/drawing/2014/main" id="{A3B76E80-483A-C312-A4A3-0F8215981CBD}"/>
              </a:ext>
            </a:extLst>
          </p:cNvPr>
          <p:cNvSpPr/>
          <p:nvPr/>
        </p:nvSpPr>
        <p:spPr>
          <a:xfrm>
            <a:off x="9773419" y="4829095"/>
            <a:ext cx="1632671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화살표: 오른쪽 10">
            <a:extLst>
              <a:ext uri="{FF2B5EF4-FFF2-40B4-BE49-F238E27FC236}">
                <a16:creationId xmlns:a16="http://schemas.microsoft.com/office/drawing/2014/main" id="{1856BE1B-6D92-54BF-BB92-AD076E200DA3}"/>
              </a:ext>
            </a:extLst>
          </p:cNvPr>
          <p:cNvSpPr/>
          <p:nvPr/>
        </p:nvSpPr>
        <p:spPr>
          <a:xfrm>
            <a:off x="7178991" y="4947341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내용 개체 틀 9">
            <a:extLst>
              <a:ext uri="{FF2B5EF4-FFF2-40B4-BE49-F238E27FC236}">
                <a16:creationId xmlns:a16="http://schemas.microsoft.com/office/drawing/2014/main" id="{12BCBA1D-DB42-0B35-F94E-9CD7C3F153D8}"/>
              </a:ext>
            </a:extLst>
          </p:cNvPr>
          <p:cNvSpPr txBox="1">
            <a:spLocks/>
          </p:cNvSpPr>
          <p:nvPr/>
        </p:nvSpPr>
        <p:spPr bwMode="auto">
          <a:xfrm>
            <a:off x="7547728" y="4836199"/>
            <a:ext cx="1458186" cy="613105"/>
          </a:xfrm>
          <a:prstGeom prst="rect">
            <a:avLst/>
          </a:prstGeom>
          <a:solidFill>
            <a:srgbClr val="4F81BD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0712" tIns="45356" rIns="90712" bIns="45356" numCol="1" anchor="t" anchorCtr="0" compatLnSpc="1">
            <a:prstTxWarp prst="textNoShape">
              <a:avLst/>
            </a:prstTxWarp>
          </a:bodyPr>
          <a:lstStyle>
            <a:lvl1pPr marL="340170" indent="-34017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1pPr>
            <a:lvl2pPr marL="737036" indent="-28347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2pPr>
            <a:lvl3pPr marL="1133901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3pPr>
            <a:lvl4pPr marL="158746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4pPr>
            <a:lvl5pPr marL="204102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5pPr>
            <a:lvl6pPr marL="2494582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48143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170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526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350938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AAF9-B316-4DAD-E76D-FEAF7451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754D-E116-3DD1-B0AE-8B9F5652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6097859" cy="421953"/>
          </a:xfrm>
        </p:spPr>
        <p:txBody>
          <a:bodyPr>
            <a:no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Optimization Framework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D079-16AC-6385-94A8-C0BF75079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841648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Decision-focused Learning (DFL)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E899D-2091-FC66-6FA0-17A3B483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D971C-3B7F-F7BF-D9A5-5D49D91D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화살표: 오른쪽 10">
            <a:extLst>
              <a:ext uri="{FF2B5EF4-FFF2-40B4-BE49-F238E27FC236}">
                <a16:creationId xmlns:a16="http://schemas.microsoft.com/office/drawing/2014/main" id="{83F14438-120B-B6AC-BC28-BE890BF63AF4}"/>
              </a:ext>
            </a:extLst>
          </p:cNvPr>
          <p:cNvSpPr/>
          <p:nvPr/>
        </p:nvSpPr>
        <p:spPr>
          <a:xfrm>
            <a:off x="2794575" y="2519720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F27227AC-698C-71CE-64B1-B156E8377FB3}"/>
              </a:ext>
            </a:extLst>
          </p:cNvPr>
          <p:cNvSpPr/>
          <p:nvPr/>
        </p:nvSpPr>
        <p:spPr>
          <a:xfrm rot="5400000">
            <a:off x="3104777" y="1858769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4">
            <a:extLst>
              <a:ext uri="{FF2B5EF4-FFF2-40B4-BE49-F238E27FC236}">
                <a16:creationId xmlns:a16="http://schemas.microsoft.com/office/drawing/2014/main" id="{5951E595-32EF-F0FE-26F0-795307A5E0E8}"/>
              </a:ext>
            </a:extLst>
          </p:cNvPr>
          <p:cNvSpPr/>
          <p:nvPr/>
        </p:nvSpPr>
        <p:spPr>
          <a:xfrm>
            <a:off x="1102807" y="1636932"/>
            <a:ext cx="1519043" cy="218323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16">
            <a:extLst>
              <a:ext uri="{FF2B5EF4-FFF2-40B4-BE49-F238E27FC236}">
                <a16:creationId xmlns:a16="http://schemas.microsoft.com/office/drawing/2014/main" id="{C7272E8C-D06E-F2F0-F758-9A6AC7A09753}"/>
              </a:ext>
            </a:extLst>
          </p:cNvPr>
          <p:cNvSpPr/>
          <p:nvPr/>
        </p:nvSpPr>
        <p:spPr>
          <a:xfrm>
            <a:off x="5353159" y="2468449"/>
            <a:ext cx="1731323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19">
            <a:extLst>
              <a:ext uri="{FF2B5EF4-FFF2-40B4-BE49-F238E27FC236}">
                <a16:creationId xmlns:a16="http://schemas.microsoft.com/office/drawing/2014/main" id="{06CF101D-063F-DA17-E0B5-90B4C584D359}"/>
              </a:ext>
            </a:extLst>
          </p:cNvPr>
          <p:cNvSpPr/>
          <p:nvPr/>
        </p:nvSpPr>
        <p:spPr>
          <a:xfrm>
            <a:off x="9773419" y="2411965"/>
            <a:ext cx="1632671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화살표: 오른쪽 10">
            <a:extLst>
              <a:ext uri="{FF2B5EF4-FFF2-40B4-BE49-F238E27FC236}">
                <a16:creationId xmlns:a16="http://schemas.microsoft.com/office/drawing/2014/main" id="{74B6E346-BEEC-D25E-267E-550279F44F61}"/>
              </a:ext>
            </a:extLst>
          </p:cNvPr>
          <p:cNvSpPr/>
          <p:nvPr/>
        </p:nvSpPr>
        <p:spPr>
          <a:xfrm>
            <a:off x="7178991" y="2530211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내용 개체 틀 9">
            <a:extLst>
              <a:ext uri="{FF2B5EF4-FFF2-40B4-BE49-F238E27FC236}">
                <a16:creationId xmlns:a16="http://schemas.microsoft.com/office/drawing/2014/main" id="{A4BA5DEF-2B2C-6272-CFC1-263061EE8DEA}"/>
              </a:ext>
            </a:extLst>
          </p:cNvPr>
          <p:cNvSpPr txBox="1">
            <a:spLocks/>
          </p:cNvSpPr>
          <p:nvPr/>
        </p:nvSpPr>
        <p:spPr bwMode="auto">
          <a:xfrm>
            <a:off x="7547728" y="2419069"/>
            <a:ext cx="1458186" cy="613105"/>
          </a:xfrm>
          <a:prstGeom prst="rect">
            <a:avLst/>
          </a:prstGeom>
          <a:solidFill>
            <a:srgbClr val="4F81BD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0712" tIns="45356" rIns="90712" bIns="45356" numCol="1" anchor="t" anchorCtr="0" compatLnSpc="1">
            <a:prstTxWarp prst="textNoShape">
              <a:avLst/>
            </a:prstTxWarp>
          </a:bodyPr>
          <a:lstStyle>
            <a:lvl1pPr marL="340170" indent="-34017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1pPr>
            <a:lvl2pPr marL="737036" indent="-28347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2pPr>
            <a:lvl3pPr marL="1133901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3pPr>
            <a:lvl4pPr marL="158746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4pPr>
            <a:lvl5pPr marL="204102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5pPr>
            <a:lvl6pPr marL="2494582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48143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170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526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</p:txBody>
      </p:sp>
      <p:sp>
        <p:nvSpPr>
          <p:cNvPr id="7" name="화살표: 오른쪽 37">
            <a:extLst>
              <a:ext uri="{FF2B5EF4-FFF2-40B4-BE49-F238E27FC236}">
                <a16:creationId xmlns:a16="http://schemas.microsoft.com/office/drawing/2014/main" id="{2B6BB403-03AF-CBD6-2341-8D5EEAB844F7}"/>
              </a:ext>
            </a:extLst>
          </p:cNvPr>
          <p:cNvSpPr/>
          <p:nvPr/>
        </p:nvSpPr>
        <p:spPr>
          <a:xfrm rot="10800000">
            <a:off x="4460487" y="3505965"/>
            <a:ext cx="4938753" cy="401024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BAF25-8F01-C4A5-5C78-CCE709E2DBE5}"/>
              </a:ext>
            </a:extLst>
          </p:cNvPr>
          <p:cNvSpPr txBox="1"/>
          <p:nvPr/>
        </p:nvSpPr>
        <p:spPr>
          <a:xfrm>
            <a:off x="6327346" y="3906990"/>
            <a:ext cx="151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16">
            <a:extLst>
              <a:ext uri="{FF2B5EF4-FFF2-40B4-BE49-F238E27FC236}">
                <a16:creationId xmlns:a16="http://schemas.microsoft.com/office/drawing/2014/main" id="{84866994-9A02-84DB-CF97-F7A08CB9D8A7}"/>
              </a:ext>
            </a:extLst>
          </p:cNvPr>
          <p:cNvSpPr/>
          <p:nvPr/>
        </p:nvSpPr>
        <p:spPr>
          <a:xfrm>
            <a:off x="9622622" y="3505965"/>
            <a:ext cx="1898442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Loss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8">
            <a:extLst>
              <a:ext uri="{FF2B5EF4-FFF2-40B4-BE49-F238E27FC236}">
                <a16:creationId xmlns:a16="http://schemas.microsoft.com/office/drawing/2014/main" id="{C40E75D9-23D5-A8BD-F916-BA20DA7BB4A2}"/>
              </a:ext>
            </a:extLst>
          </p:cNvPr>
          <p:cNvCxnSpPr>
            <a:cxnSpLocks/>
          </p:cNvCxnSpPr>
          <p:nvPr/>
        </p:nvCxnSpPr>
        <p:spPr>
          <a:xfrm>
            <a:off x="9323538" y="4276322"/>
            <a:ext cx="0" cy="2018845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9">
            <a:extLst>
              <a:ext uri="{FF2B5EF4-FFF2-40B4-BE49-F238E27FC236}">
                <a16:creationId xmlns:a16="http://schemas.microsoft.com/office/drawing/2014/main" id="{0B08062E-462D-6CF0-E299-C6CC2F836C95}"/>
              </a:ext>
            </a:extLst>
          </p:cNvPr>
          <p:cNvCxnSpPr>
            <a:cxnSpLocks/>
          </p:cNvCxnSpPr>
          <p:nvPr/>
        </p:nvCxnSpPr>
        <p:spPr>
          <a:xfrm flipH="1">
            <a:off x="9034805" y="6038668"/>
            <a:ext cx="2486259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2">
            <a:extLst>
              <a:ext uri="{FF2B5EF4-FFF2-40B4-BE49-F238E27FC236}">
                <a16:creationId xmlns:a16="http://schemas.microsoft.com/office/drawing/2014/main" id="{BA2AC5CA-BBC4-ACE6-DE75-25C4B8AD3F3E}"/>
              </a:ext>
            </a:extLst>
          </p:cNvPr>
          <p:cNvCxnSpPr>
            <a:cxnSpLocks/>
          </p:cNvCxnSpPr>
          <p:nvPr/>
        </p:nvCxnSpPr>
        <p:spPr>
          <a:xfrm flipV="1">
            <a:off x="9152155" y="4276322"/>
            <a:ext cx="1936035" cy="1932339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별: 꼭짓점 5개 6">
            <a:extLst>
              <a:ext uri="{FF2B5EF4-FFF2-40B4-BE49-F238E27FC236}">
                <a16:creationId xmlns:a16="http://schemas.microsoft.com/office/drawing/2014/main" id="{66B2D5FC-442A-98C8-926D-385ACC51932C}"/>
              </a:ext>
            </a:extLst>
          </p:cNvPr>
          <p:cNvSpPr/>
          <p:nvPr/>
        </p:nvSpPr>
        <p:spPr>
          <a:xfrm>
            <a:off x="10528977" y="4979558"/>
            <a:ext cx="288032" cy="288032"/>
          </a:xfrm>
          <a:prstGeom prst="star5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곱하기 기호 11">
            <a:extLst>
              <a:ext uri="{FF2B5EF4-FFF2-40B4-BE49-F238E27FC236}">
                <a16:creationId xmlns:a16="http://schemas.microsoft.com/office/drawing/2014/main" id="{EE21EE0C-6478-EAA9-9474-84E38FD0F039}"/>
              </a:ext>
            </a:extLst>
          </p:cNvPr>
          <p:cNvSpPr/>
          <p:nvPr/>
        </p:nvSpPr>
        <p:spPr>
          <a:xfrm>
            <a:off x="10169104" y="4708397"/>
            <a:ext cx="278699" cy="278699"/>
          </a:xfrm>
          <a:prstGeom prst="mathMultiply">
            <a:avLst>
              <a:gd name="adj1" fmla="val 14702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곱하기 기호 11">
            <a:extLst>
              <a:ext uri="{FF2B5EF4-FFF2-40B4-BE49-F238E27FC236}">
                <a16:creationId xmlns:a16="http://schemas.microsoft.com/office/drawing/2014/main" id="{B436877C-95AA-A99D-C380-B4D3CC52DCB4}"/>
              </a:ext>
            </a:extLst>
          </p:cNvPr>
          <p:cNvSpPr/>
          <p:nvPr/>
        </p:nvSpPr>
        <p:spPr>
          <a:xfrm>
            <a:off x="9693038" y="4298996"/>
            <a:ext cx="278699" cy="278699"/>
          </a:xfrm>
          <a:prstGeom prst="mathMultiply">
            <a:avLst>
              <a:gd name="adj1" fmla="val 14702"/>
            </a:avLst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타원 59">
            <a:extLst>
              <a:ext uri="{FF2B5EF4-FFF2-40B4-BE49-F238E27FC236}">
                <a16:creationId xmlns:a16="http://schemas.microsoft.com/office/drawing/2014/main" id="{FB6F17D7-D27F-DB19-A1FC-E4F3478B3659}"/>
              </a:ext>
            </a:extLst>
          </p:cNvPr>
          <p:cNvSpPr/>
          <p:nvPr/>
        </p:nvSpPr>
        <p:spPr>
          <a:xfrm>
            <a:off x="10042917" y="5644474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59">
            <a:extLst>
              <a:ext uri="{FF2B5EF4-FFF2-40B4-BE49-F238E27FC236}">
                <a16:creationId xmlns:a16="http://schemas.microsoft.com/office/drawing/2014/main" id="{714A889D-1C67-AA29-D988-296802413090}"/>
              </a:ext>
            </a:extLst>
          </p:cNvPr>
          <p:cNvSpPr/>
          <p:nvPr/>
        </p:nvSpPr>
        <p:spPr>
          <a:xfrm>
            <a:off x="10546973" y="5716482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타원 59">
            <a:extLst>
              <a:ext uri="{FF2B5EF4-FFF2-40B4-BE49-F238E27FC236}">
                <a16:creationId xmlns:a16="http://schemas.microsoft.com/office/drawing/2014/main" id="{FA8850A8-A49E-DC5A-088D-D0F740B46621}"/>
              </a:ext>
            </a:extLst>
          </p:cNvPr>
          <p:cNvSpPr/>
          <p:nvPr/>
        </p:nvSpPr>
        <p:spPr>
          <a:xfrm>
            <a:off x="10891183" y="5356442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타원 59">
            <a:extLst>
              <a:ext uri="{FF2B5EF4-FFF2-40B4-BE49-F238E27FC236}">
                <a16:creationId xmlns:a16="http://schemas.microsoft.com/office/drawing/2014/main" id="{1E8AD006-CB69-8494-DAE9-2CADCFF396CE}"/>
              </a:ext>
            </a:extLst>
          </p:cNvPr>
          <p:cNvSpPr/>
          <p:nvPr/>
        </p:nvSpPr>
        <p:spPr>
          <a:xfrm>
            <a:off x="11097356" y="4780378"/>
            <a:ext cx="144016" cy="144016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51BBF7-3FD8-B121-5332-0791C61416B5}"/>
              </a:ext>
            </a:extLst>
          </p:cNvPr>
          <p:cNvSpPr txBox="1"/>
          <p:nvPr/>
        </p:nvSpPr>
        <p:spPr>
          <a:xfrm>
            <a:off x="10090495" y="5435988"/>
            <a:ext cx="1781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Loss = 0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6272E9-D3AA-4E6F-BA0D-219DA65B3F5E}"/>
              </a:ext>
            </a:extLst>
          </p:cNvPr>
          <p:cNvSpPr txBox="1"/>
          <p:nvPr/>
        </p:nvSpPr>
        <p:spPr>
          <a:xfrm>
            <a:off x="9322837" y="4441824"/>
            <a:ext cx="1710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Loss &gt; o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11">
            <a:extLst>
              <a:ext uri="{FF2B5EF4-FFF2-40B4-BE49-F238E27FC236}">
                <a16:creationId xmlns:a16="http://schemas.microsoft.com/office/drawing/2014/main" id="{72E2DD71-79BC-D70C-EFE5-E72CE52C22A1}"/>
              </a:ext>
            </a:extLst>
          </p:cNvPr>
          <p:cNvSpPr/>
          <p:nvPr/>
        </p:nvSpPr>
        <p:spPr>
          <a:xfrm>
            <a:off x="4529963" y="4924393"/>
            <a:ext cx="1797383" cy="10303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052B5-8D74-DDDA-449A-0AABB96E3378}"/>
              </a:ext>
            </a:extLst>
          </p:cNvPr>
          <p:cNvSpPr txBox="1"/>
          <p:nvPr/>
        </p:nvSpPr>
        <p:spPr>
          <a:xfrm>
            <a:off x="5035810" y="5963564"/>
            <a:ext cx="785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How?</a:t>
            </a:r>
            <a:endParaRPr lang="ko-KR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EC49C4-A8A7-D8FF-04B2-E57E17144C1C}"/>
                  </a:ext>
                </a:extLst>
              </p:cNvPr>
              <p:cNvSpPr txBox="1"/>
              <p:nvPr/>
            </p:nvSpPr>
            <p:spPr>
              <a:xfrm>
                <a:off x="1596876" y="5053102"/>
                <a:ext cx="6797310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dec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dec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decision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decision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prediction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prediction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EC49C4-A8A7-D8FF-04B2-E57E17144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876" y="5053102"/>
                <a:ext cx="6797310" cy="768993"/>
              </a:xfrm>
              <a:prstGeom prst="rect">
                <a:avLst/>
              </a:prstGeom>
              <a:blipFill>
                <a:blip r:embed="rId3"/>
                <a:stretch>
                  <a:fillRect l="-560" t="-1613" r="-1119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05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61C87-3A6D-5645-9D60-2F23086B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C77D-389D-5CEB-DF85-D0DF4A32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5406483" cy="421953"/>
          </a:xfrm>
        </p:spPr>
        <p:txBody>
          <a:bodyPr>
            <a:no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Optimization Framework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70EDB-52E6-2F62-AABD-565D466B9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66580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Decision-focused Learning (DFL)</a:t>
            </a:r>
          </a:p>
          <a:p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DB3AE-47ED-C831-F2D3-463FF292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38BDE-05D0-87FC-AE9F-2A43AE8D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10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2CAE63-D817-9541-D7D3-C093620AD690}"/>
                  </a:ext>
                </a:extLst>
              </p:cNvPr>
              <p:cNvSpPr txBox="1"/>
              <p:nvPr/>
            </p:nvSpPr>
            <p:spPr>
              <a:xfrm>
                <a:off x="1113264" y="2514459"/>
                <a:ext cx="10515600" cy="3639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Differentiation</a:t>
                </a: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Derive exact gradient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decision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prediction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certain optimization formulations</a:t>
                </a:r>
              </a:p>
              <a:p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Smoothing, then Differentiation</a:t>
                </a: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Smoothen the prediction-to-decision mapping, then derive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decision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prediction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Surrogate Loss</a:t>
                </a: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surrogate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gives an easy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surrogate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prediction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then derive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dec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surrogate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surrogate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prediction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prediction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2CAE63-D817-9541-D7D3-C093620AD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264" y="2514459"/>
                <a:ext cx="10515600" cy="3639586"/>
              </a:xfrm>
              <a:prstGeom prst="rect">
                <a:avLst/>
              </a:prstGeom>
              <a:blipFill>
                <a:blip r:embed="rId3"/>
                <a:stretch>
                  <a:fillRect l="-603" t="-69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72D34A-4D00-4436-6247-222A95C87C4B}"/>
                  </a:ext>
                </a:extLst>
              </p:cNvPr>
              <p:cNvSpPr txBox="1"/>
              <p:nvPr/>
            </p:nvSpPr>
            <p:spPr>
              <a:xfrm>
                <a:off x="5106618" y="1595654"/>
                <a:ext cx="6797310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dec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dec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decision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decision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prediction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prediction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KR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72D34A-4D00-4436-6247-222A95C87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618" y="1595654"/>
                <a:ext cx="6797310" cy="768993"/>
              </a:xfrm>
              <a:prstGeom prst="rect">
                <a:avLst/>
              </a:prstGeom>
              <a:blipFill>
                <a:blip r:embed="rId4"/>
                <a:stretch>
                  <a:fillRect l="-746" t="-3226" r="-1119" b="-161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11">
            <a:extLst>
              <a:ext uri="{FF2B5EF4-FFF2-40B4-BE49-F238E27FC236}">
                <a16:creationId xmlns:a16="http://schemas.microsoft.com/office/drawing/2014/main" id="{A730A961-52EC-5623-1350-7536B978569B}"/>
              </a:ext>
            </a:extLst>
          </p:cNvPr>
          <p:cNvSpPr/>
          <p:nvPr/>
        </p:nvSpPr>
        <p:spPr>
          <a:xfrm>
            <a:off x="8052630" y="1484102"/>
            <a:ext cx="1797383" cy="10303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76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79ED8-D481-C3E9-D4E0-0B7A7173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AD30-D3D3-3A97-B18E-7437BB50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F5C93-BE5D-B918-3A71-8291F7C6C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004403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Motivating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68E51-7E5E-ED74-7C59-A391FE2D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E72CA-638B-BEE7-E9BB-3B2605D1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14BD6-5806-1D45-D1F6-150F9BEF4DFB}"/>
              </a:ext>
            </a:extLst>
          </p:cNvPr>
          <p:cNvSpPr txBox="1"/>
          <p:nvPr/>
        </p:nvSpPr>
        <p:spPr>
          <a:xfrm>
            <a:off x="3070383" y="1797784"/>
            <a:ext cx="57816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Must choose one box</a:t>
            </a:r>
          </a:p>
          <a:p>
            <a:pPr algn="ctr"/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 the value of each box</a:t>
            </a:r>
          </a:p>
          <a:p>
            <a:pPr algn="ctr"/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the box with a higher value</a:t>
            </a:r>
          </a:p>
        </p:txBody>
      </p:sp>
      <p:sp>
        <p:nvSpPr>
          <p:cNvPr id="7" name="정육면체 6">
            <a:extLst>
              <a:ext uri="{FF2B5EF4-FFF2-40B4-BE49-F238E27FC236}">
                <a16:creationId xmlns:a16="http://schemas.microsoft.com/office/drawing/2014/main" id="{82743A2E-3D3A-DE6A-3BCE-5E9CBFD58191}"/>
              </a:ext>
            </a:extLst>
          </p:cNvPr>
          <p:cNvSpPr/>
          <p:nvPr/>
        </p:nvSpPr>
        <p:spPr>
          <a:xfrm>
            <a:off x="3070383" y="4005064"/>
            <a:ext cx="2207823" cy="142859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정육면체 21">
            <a:extLst>
              <a:ext uri="{FF2B5EF4-FFF2-40B4-BE49-F238E27FC236}">
                <a16:creationId xmlns:a16="http://schemas.microsoft.com/office/drawing/2014/main" id="{59F6E3D8-6124-0735-62F9-30D5773F5D58}"/>
              </a:ext>
            </a:extLst>
          </p:cNvPr>
          <p:cNvSpPr/>
          <p:nvPr/>
        </p:nvSpPr>
        <p:spPr>
          <a:xfrm>
            <a:off x="6790374" y="4005064"/>
            <a:ext cx="2207823" cy="142859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48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5A5D-7D13-C8D0-3A71-60F6EB08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5487-6889-4702-21F0-17CD7D83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A9B3D-C35B-0BEC-F852-DFAEC198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004403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underlying reward of each box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CEE83-43E5-D80D-68B5-A0CCD8BA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DD5C5-C719-808E-6A47-70E7CE8C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83772B-C74A-D4B0-528B-7708ED57DB41}"/>
                  </a:ext>
                </a:extLst>
              </p:cNvPr>
              <p:cNvSpPr txBox="1"/>
              <p:nvPr/>
            </p:nvSpPr>
            <p:spPr>
              <a:xfrm>
                <a:off x="6675396" y="2649048"/>
                <a:ext cx="5084810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𝐫𝐞𝐝</m:t>
                      </m:r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83772B-C74A-D4B0-528B-7708ED57D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96" y="2649048"/>
                <a:ext cx="5084810" cy="419987"/>
              </a:xfrm>
              <a:prstGeom prst="rect">
                <a:avLst/>
              </a:prstGeom>
              <a:blipFill>
                <a:blip r:embed="rId3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정육면체 6">
            <a:extLst>
              <a:ext uri="{FF2B5EF4-FFF2-40B4-BE49-F238E27FC236}">
                <a16:creationId xmlns:a16="http://schemas.microsoft.com/office/drawing/2014/main" id="{7B1A0D3D-307A-15D2-83FB-A9EE0A9BF97E}"/>
              </a:ext>
            </a:extLst>
          </p:cNvPr>
          <p:cNvSpPr/>
          <p:nvPr/>
        </p:nvSpPr>
        <p:spPr>
          <a:xfrm>
            <a:off x="3423911" y="2000409"/>
            <a:ext cx="2207823" cy="142859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정육면체 21">
            <a:extLst>
              <a:ext uri="{FF2B5EF4-FFF2-40B4-BE49-F238E27FC236}">
                <a16:creationId xmlns:a16="http://schemas.microsoft.com/office/drawing/2014/main" id="{E27A6700-8F7B-CEF7-95F9-F306C46DD048}"/>
              </a:ext>
            </a:extLst>
          </p:cNvPr>
          <p:cNvSpPr/>
          <p:nvPr/>
        </p:nvSpPr>
        <p:spPr>
          <a:xfrm>
            <a:off x="3423910" y="3860098"/>
            <a:ext cx="2207823" cy="142859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0F3A45-41E2-4D40-AF1A-E16C387D6F23}"/>
                  </a:ext>
                </a:extLst>
              </p:cNvPr>
              <p:cNvSpPr txBox="1"/>
              <p:nvPr/>
            </p:nvSpPr>
            <p:spPr>
              <a:xfrm>
                <a:off x="6675395" y="4568786"/>
                <a:ext cx="5084810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𝒃𝒍𝒖𝒆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=−(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0F3A45-41E2-4D40-AF1A-E16C387D6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95" y="4568786"/>
                <a:ext cx="5084810" cy="419987"/>
              </a:xfrm>
              <a:prstGeom prst="rect">
                <a:avLst/>
              </a:prstGeom>
              <a:blipFill>
                <a:blip r:embed="rId4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8A4695-B1D3-C0E6-9F65-CA7938F5E2C4}"/>
                  </a:ext>
                </a:extLst>
              </p:cNvPr>
              <p:cNvSpPr txBox="1"/>
              <p:nvPr/>
            </p:nvSpPr>
            <p:spPr>
              <a:xfrm>
                <a:off x="1531794" y="266892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8A4695-B1D3-C0E6-9F65-CA7938F5E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794" y="2668925"/>
                <a:ext cx="1198524" cy="40011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BDDDF4-99C2-F13E-EE48-1FF176687B09}"/>
                  </a:ext>
                </a:extLst>
              </p:cNvPr>
              <p:cNvSpPr txBox="1"/>
              <p:nvPr/>
            </p:nvSpPr>
            <p:spPr>
              <a:xfrm>
                <a:off x="1531793" y="4568786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BDDDF4-99C2-F13E-EE48-1FF17668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793" y="4568786"/>
                <a:ext cx="1198524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화살표: 오른쪽 10">
            <a:extLst>
              <a:ext uri="{FF2B5EF4-FFF2-40B4-BE49-F238E27FC236}">
                <a16:creationId xmlns:a16="http://schemas.microsoft.com/office/drawing/2014/main" id="{905802E6-BA35-184D-60FF-3690FEE56BB6}"/>
              </a:ext>
            </a:extLst>
          </p:cNvPr>
          <p:cNvSpPr/>
          <p:nvPr/>
        </p:nvSpPr>
        <p:spPr>
          <a:xfrm>
            <a:off x="2738515" y="2714704"/>
            <a:ext cx="350068" cy="37172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화살표: 오른쪽 10">
            <a:extLst>
              <a:ext uri="{FF2B5EF4-FFF2-40B4-BE49-F238E27FC236}">
                <a16:creationId xmlns:a16="http://schemas.microsoft.com/office/drawing/2014/main" id="{84104E3A-56CB-F84C-D612-01ECD1145068}"/>
              </a:ext>
            </a:extLst>
          </p:cNvPr>
          <p:cNvSpPr/>
          <p:nvPr/>
        </p:nvSpPr>
        <p:spPr>
          <a:xfrm>
            <a:off x="2727045" y="4598522"/>
            <a:ext cx="350068" cy="37172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C1E32DEE-4F75-EEED-021A-45450E80FC32}"/>
              </a:ext>
            </a:extLst>
          </p:cNvPr>
          <p:cNvSpPr/>
          <p:nvPr/>
        </p:nvSpPr>
        <p:spPr>
          <a:xfrm>
            <a:off x="5978530" y="2713350"/>
            <a:ext cx="1035905" cy="37172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화살표: 오른쪽 10">
            <a:extLst>
              <a:ext uri="{FF2B5EF4-FFF2-40B4-BE49-F238E27FC236}">
                <a16:creationId xmlns:a16="http://schemas.microsoft.com/office/drawing/2014/main" id="{C93B1E74-669E-9A12-CC5C-76831D730B14}"/>
              </a:ext>
            </a:extLst>
          </p:cNvPr>
          <p:cNvSpPr/>
          <p:nvPr/>
        </p:nvSpPr>
        <p:spPr>
          <a:xfrm>
            <a:off x="5967060" y="4597168"/>
            <a:ext cx="1035905" cy="37172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3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9C3B-9136-B6DE-7A7E-43A3DEF7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544D-B89F-FDD4-BFCC-FCD99E31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54D8-C724-20F9-6647-0E951164D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8"/>
            <a:ext cx="10515600" cy="5004403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optimal decision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806D7-7EB6-35BE-7A60-D6F65559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21E53-12CB-AD03-7CC6-AD76294C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77E1B7-3055-8209-275E-40A61B19959A}"/>
                  </a:ext>
                </a:extLst>
              </p:cNvPr>
              <p:cNvSpPr txBox="1"/>
              <p:nvPr/>
            </p:nvSpPr>
            <p:spPr>
              <a:xfrm>
                <a:off x="6675396" y="2649048"/>
                <a:ext cx="5084810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𝐫𝐞𝐝</m:t>
                      </m:r>
                      <m:r>
                        <a:rPr lang="en-US" altLang="ko-KR" sz="2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77E1B7-3055-8209-275E-40A61B199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96" y="2649048"/>
                <a:ext cx="5084810" cy="419987"/>
              </a:xfrm>
              <a:prstGeom prst="rect">
                <a:avLst/>
              </a:prstGeom>
              <a:blipFill>
                <a:blip r:embed="rId3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정육면체 6">
            <a:extLst>
              <a:ext uri="{FF2B5EF4-FFF2-40B4-BE49-F238E27FC236}">
                <a16:creationId xmlns:a16="http://schemas.microsoft.com/office/drawing/2014/main" id="{A6D4BE81-BD4D-AC21-8E6E-8192E773788F}"/>
              </a:ext>
            </a:extLst>
          </p:cNvPr>
          <p:cNvSpPr/>
          <p:nvPr/>
        </p:nvSpPr>
        <p:spPr>
          <a:xfrm>
            <a:off x="3423911" y="2000409"/>
            <a:ext cx="2207823" cy="1428591"/>
          </a:xfrm>
          <a:prstGeom prst="cube">
            <a:avLst/>
          </a:prstGeom>
          <a:solidFill>
            <a:srgbClr val="C00000">
              <a:alpha val="50000"/>
            </a:srgbClr>
          </a:solidFill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1">
                    <a:lumMod val="75000"/>
                  </a:schemeClr>
                </a:solidFill>
              </a:rPr>
              <a:t>?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정육면체 21">
            <a:extLst>
              <a:ext uri="{FF2B5EF4-FFF2-40B4-BE49-F238E27FC236}">
                <a16:creationId xmlns:a16="http://schemas.microsoft.com/office/drawing/2014/main" id="{B145A3E9-8D2A-3EDC-59EA-D31CA0E86895}"/>
              </a:ext>
            </a:extLst>
          </p:cNvPr>
          <p:cNvSpPr/>
          <p:nvPr/>
        </p:nvSpPr>
        <p:spPr>
          <a:xfrm>
            <a:off x="3423910" y="3860098"/>
            <a:ext cx="2207823" cy="1428591"/>
          </a:xfrm>
          <a:prstGeom prst="cube">
            <a:avLst/>
          </a:prstGeom>
          <a:solidFill>
            <a:srgbClr val="4F81BD">
              <a:alpha val="50000"/>
            </a:srgbClr>
          </a:solidFill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1">
                    <a:lumMod val="75000"/>
                  </a:schemeClr>
                </a:solidFill>
              </a:rPr>
              <a:t>?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80710E-FE5C-3BF2-F08D-812B9D231461}"/>
                  </a:ext>
                </a:extLst>
              </p:cNvPr>
              <p:cNvSpPr txBox="1"/>
              <p:nvPr/>
            </p:nvSpPr>
            <p:spPr>
              <a:xfrm>
                <a:off x="6675395" y="4568786"/>
                <a:ext cx="5084810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𝒃𝒍𝒖𝒆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=−(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80710E-FE5C-3BF2-F08D-812B9D231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95" y="4568786"/>
                <a:ext cx="5084810" cy="419987"/>
              </a:xfrm>
              <a:prstGeom prst="rect">
                <a:avLst/>
              </a:prstGeom>
              <a:blipFill>
                <a:blip r:embed="rId4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223595-388C-7BE9-8E5A-7D03E9DEFB23}"/>
                  </a:ext>
                </a:extLst>
              </p:cNvPr>
              <p:cNvSpPr txBox="1"/>
              <p:nvPr/>
            </p:nvSpPr>
            <p:spPr>
              <a:xfrm>
                <a:off x="1531794" y="266892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223595-388C-7BE9-8E5A-7D03E9DEF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794" y="2668925"/>
                <a:ext cx="1198524" cy="40011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633ED-1730-40CA-715A-47568C33E58B}"/>
                  </a:ext>
                </a:extLst>
              </p:cNvPr>
              <p:cNvSpPr txBox="1"/>
              <p:nvPr/>
            </p:nvSpPr>
            <p:spPr>
              <a:xfrm>
                <a:off x="1531793" y="4568786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633ED-1730-40CA-715A-47568C33E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793" y="4568786"/>
                <a:ext cx="1198524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화살표: 오른쪽 10">
            <a:extLst>
              <a:ext uri="{FF2B5EF4-FFF2-40B4-BE49-F238E27FC236}">
                <a16:creationId xmlns:a16="http://schemas.microsoft.com/office/drawing/2014/main" id="{25CE2EC7-26FD-15D6-2E79-C64ECEE46F5E}"/>
              </a:ext>
            </a:extLst>
          </p:cNvPr>
          <p:cNvSpPr/>
          <p:nvPr/>
        </p:nvSpPr>
        <p:spPr>
          <a:xfrm>
            <a:off x="2738515" y="2714704"/>
            <a:ext cx="350068" cy="371728"/>
          </a:xfrm>
          <a:prstGeom prst="rightArrow">
            <a:avLst/>
          </a:prstGeom>
          <a:noFill/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화살표: 오른쪽 10">
            <a:extLst>
              <a:ext uri="{FF2B5EF4-FFF2-40B4-BE49-F238E27FC236}">
                <a16:creationId xmlns:a16="http://schemas.microsoft.com/office/drawing/2014/main" id="{FD839A0E-5153-CB5D-CEE7-7C127A12C80A}"/>
              </a:ext>
            </a:extLst>
          </p:cNvPr>
          <p:cNvSpPr/>
          <p:nvPr/>
        </p:nvSpPr>
        <p:spPr>
          <a:xfrm>
            <a:off x="2727045" y="4598522"/>
            <a:ext cx="350068" cy="371728"/>
          </a:xfrm>
          <a:prstGeom prst="rightArrow">
            <a:avLst/>
          </a:prstGeom>
          <a:noFill/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9884AF74-2AA9-0C53-8FCF-A1282FFADE7E}"/>
              </a:ext>
            </a:extLst>
          </p:cNvPr>
          <p:cNvSpPr/>
          <p:nvPr/>
        </p:nvSpPr>
        <p:spPr>
          <a:xfrm>
            <a:off x="5978530" y="2713350"/>
            <a:ext cx="1035905" cy="371728"/>
          </a:xfrm>
          <a:prstGeom prst="rightArrow">
            <a:avLst/>
          </a:prstGeom>
          <a:noFill/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화살표: 오른쪽 10">
            <a:extLst>
              <a:ext uri="{FF2B5EF4-FFF2-40B4-BE49-F238E27FC236}">
                <a16:creationId xmlns:a16="http://schemas.microsoft.com/office/drawing/2014/main" id="{0B0E7670-F1EE-84E7-E5C3-6A83BCCFC5E5}"/>
              </a:ext>
            </a:extLst>
          </p:cNvPr>
          <p:cNvSpPr/>
          <p:nvPr/>
        </p:nvSpPr>
        <p:spPr>
          <a:xfrm>
            <a:off x="5967060" y="4597168"/>
            <a:ext cx="1035905" cy="371728"/>
          </a:xfrm>
          <a:prstGeom prst="rightArrow">
            <a:avLst/>
          </a:prstGeom>
          <a:noFill/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878C06-B0B4-67E6-9D55-31A8027C2E1E}"/>
                  </a:ext>
                </a:extLst>
              </p:cNvPr>
              <p:cNvSpPr txBox="1"/>
              <p:nvPr/>
            </p:nvSpPr>
            <p:spPr>
              <a:xfrm>
                <a:off x="8151078" y="3361489"/>
                <a:ext cx="2066079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878C06-B0B4-67E6-9D55-31A8027C2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078" y="3361489"/>
                <a:ext cx="2066079" cy="419987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83D7BA-ADC8-647F-61A1-2ABC455CB442}"/>
                  </a:ext>
                </a:extLst>
              </p:cNvPr>
              <p:cNvSpPr txBox="1"/>
              <p:nvPr/>
            </p:nvSpPr>
            <p:spPr>
              <a:xfrm>
                <a:off x="8151078" y="5281228"/>
                <a:ext cx="2066079" cy="41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83D7BA-ADC8-647F-61A1-2ABC455CB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078" y="5281228"/>
                <a:ext cx="2066079" cy="419987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1">
            <a:extLst>
              <a:ext uri="{FF2B5EF4-FFF2-40B4-BE49-F238E27FC236}">
                <a16:creationId xmlns:a16="http://schemas.microsoft.com/office/drawing/2014/main" id="{8FB54095-02CB-0B14-FAE7-8DF81C07ED2A}"/>
              </a:ext>
            </a:extLst>
          </p:cNvPr>
          <p:cNvSpPr/>
          <p:nvPr/>
        </p:nvSpPr>
        <p:spPr>
          <a:xfrm>
            <a:off x="8610600" y="3354776"/>
            <a:ext cx="1092820" cy="4948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1">
            <a:extLst>
              <a:ext uri="{FF2B5EF4-FFF2-40B4-BE49-F238E27FC236}">
                <a16:creationId xmlns:a16="http://schemas.microsoft.com/office/drawing/2014/main" id="{0121310D-8B7E-4C05-E8E6-167A2C5B3898}"/>
              </a:ext>
            </a:extLst>
          </p:cNvPr>
          <p:cNvSpPr/>
          <p:nvPr/>
        </p:nvSpPr>
        <p:spPr>
          <a:xfrm>
            <a:off x="8610600" y="5265184"/>
            <a:ext cx="1092820" cy="4948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281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1B9D-EEFC-664C-C9E4-B7AB7720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D269-9245-73A9-2345-2A12F40A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9C7A9-F8F1-1EDA-EEEA-3E2DA554F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Problem Framework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6430B-27B1-36D7-008D-ED700472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74F4A-8B62-5209-0E1C-AB5DC1F9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A20224-0938-22C3-6BA6-948E18D7793B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A20224-0938-22C3-6BA6-948E18D77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정육면체 6">
            <a:extLst>
              <a:ext uri="{FF2B5EF4-FFF2-40B4-BE49-F238E27FC236}">
                <a16:creationId xmlns:a16="http://schemas.microsoft.com/office/drawing/2014/main" id="{14BC3E54-C993-D3B9-A001-9B9DF11A825A}"/>
              </a:ext>
            </a:extLst>
          </p:cNvPr>
          <p:cNvSpPr/>
          <p:nvPr/>
        </p:nvSpPr>
        <p:spPr>
          <a:xfrm>
            <a:off x="5624112" y="3247249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정육면체 21">
            <a:extLst>
              <a:ext uri="{FF2B5EF4-FFF2-40B4-BE49-F238E27FC236}">
                <a16:creationId xmlns:a16="http://schemas.microsoft.com/office/drawing/2014/main" id="{65AD45FF-89FA-6387-3236-DD3C23396E59}"/>
              </a:ext>
            </a:extLst>
          </p:cNvPr>
          <p:cNvSpPr/>
          <p:nvPr/>
        </p:nvSpPr>
        <p:spPr>
          <a:xfrm>
            <a:off x="5624112" y="4061600"/>
            <a:ext cx="1068638" cy="69147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8C0850AC-1806-5965-E3BF-3FB7E6EC12B5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28FDFA5E-8A7D-88A7-9D47-C1AD6A89878B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6F7AD243-20D4-07D8-8ED9-6BC4FF40D197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화살표: 오른쪽 10">
            <a:extLst>
              <a:ext uri="{FF2B5EF4-FFF2-40B4-BE49-F238E27FC236}">
                <a16:creationId xmlns:a16="http://schemas.microsoft.com/office/drawing/2014/main" id="{9C5EC725-49FB-0DC1-339B-9A87BC6F232A}"/>
              </a:ext>
            </a:extLst>
          </p:cNvPr>
          <p:cNvSpPr/>
          <p:nvPr/>
        </p:nvSpPr>
        <p:spPr>
          <a:xfrm>
            <a:off x="7178991" y="3844161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내용 개체 틀 9">
            <a:extLst>
              <a:ext uri="{FF2B5EF4-FFF2-40B4-BE49-F238E27FC236}">
                <a16:creationId xmlns:a16="http://schemas.microsoft.com/office/drawing/2014/main" id="{E3C98832-CBC5-C3EA-960E-1B851B764DA1}"/>
              </a:ext>
            </a:extLst>
          </p:cNvPr>
          <p:cNvSpPr txBox="1">
            <a:spLocks/>
          </p:cNvSpPr>
          <p:nvPr/>
        </p:nvSpPr>
        <p:spPr bwMode="auto">
          <a:xfrm>
            <a:off x="7547728" y="3733019"/>
            <a:ext cx="1458186" cy="613105"/>
          </a:xfrm>
          <a:prstGeom prst="rect">
            <a:avLst/>
          </a:prstGeom>
          <a:solidFill>
            <a:srgbClr val="4F81BD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0712" tIns="45356" rIns="90712" bIns="45356" numCol="1" anchor="t" anchorCtr="0" compatLnSpc="1">
            <a:prstTxWarp prst="textNoShape">
              <a:avLst/>
            </a:prstTxWarp>
          </a:bodyPr>
          <a:lstStyle>
            <a:lvl1pPr marL="340170" indent="-34017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1pPr>
            <a:lvl2pPr marL="737036" indent="-28347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2pPr>
            <a:lvl3pPr marL="1133901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3pPr>
            <a:lvl4pPr marL="158746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4pPr>
            <a:lvl5pPr marL="204102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5pPr>
            <a:lvl6pPr marL="2494582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48143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170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526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</p:txBody>
      </p:sp>
      <p:sp>
        <p:nvSpPr>
          <p:cNvPr id="29" name="직사각형 14">
            <a:extLst>
              <a:ext uri="{FF2B5EF4-FFF2-40B4-BE49-F238E27FC236}">
                <a16:creationId xmlns:a16="http://schemas.microsoft.com/office/drawing/2014/main" id="{2777FD7B-8D0D-15AD-449C-560074C986E2}"/>
              </a:ext>
            </a:extLst>
          </p:cNvPr>
          <p:cNvSpPr/>
          <p:nvPr/>
        </p:nvSpPr>
        <p:spPr>
          <a:xfrm>
            <a:off x="5336478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14">
            <a:extLst>
              <a:ext uri="{FF2B5EF4-FFF2-40B4-BE49-F238E27FC236}">
                <a16:creationId xmlns:a16="http://schemas.microsoft.com/office/drawing/2014/main" id="{99AE10B0-7BA2-72D7-46A1-69A8CB3A499E}"/>
              </a:ext>
            </a:extLst>
          </p:cNvPr>
          <p:cNvSpPr/>
          <p:nvPr/>
        </p:nvSpPr>
        <p:spPr>
          <a:xfrm>
            <a:off x="9773419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정육면체 6">
            <a:extLst>
              <a:ext uri="{FF2B5EF4-FFF2-40B4-BE49-F238E27FC236}">
                <a16:creationId xmlns:a16="http://schemas.microsoft.com/office/drawing/2014/main" id="{588449A1-1338-B13C-85FB-36865110A5C1}"/>
              </a:ext>
            </a:extLst>
          </p:cNvPr>
          <p:cNvSpPr/>
          <p:nvPr/>
        </p:nvSpPr>
        <p:spPr>
          <a:xfrm>
            <a:off x="9943281" y="3654653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6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C695-443A-B31D-6727-4B3585C7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460D-9750-31D7-506B-03B173CF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2B64-6810-A3C7-8F86-D09F0BB41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A8537-A805-4C94-6ACD-C719E01F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27E83-5F4C-DDFE-0476-8F9BF2F9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27AB11-BE0F-6A55-89A2-79A5F289D769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27AB11-BE0F-6A55-89A2-79A5F289D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A2BFE657-80C9-279E-1EA6-332516C348E8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E5405233-FF69-DC8C-45F1-7E69DFC71F5C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FA25B337-46D8-E8A8-8385-46F80F0398F7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11">
            <a:extLst>
              <a:ext uri="{FF2B5EF4-FFF2-40B4-BE49-F238E27FC236}">
                <a16:creationId xmlns:a16="http://schemas.microsoft.com/office/drawing/2014/main" id="{94EF1AD6-E465-DF51-B68D-8E100B51514B}"/>
              </a:ext>
            </a:extLst>
          </p:cNvPr>
          <p:cNvSpPr/>
          <p:nvPr/>
        </p:nvSpPr>
        <p:spPr>
          <a:xfrm>
            <a:off x="1415831" y="3429000"/>
            <a:ext cx="1044456" cy="11397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EF564E-D7D7-9B55-BE6A-F7915AFB9638}"/>
                  </a:ext>
                </a:extLst>
              </p:cNvPr>
              <p:cNvSpPr txBox="1"/>
              <p:nvPr/>
            </p:nvSpPr>
            <p:spPr>
              <a:xfrm>
                <a:off x="1129274" y="5407181"/>
                <a:ext cx="16223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~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𝑼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(−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EF564E-D7D7-9B55-BE6A-F7915AFB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274" y="5407181"/>
                <a:ext cx="1622354" cy="400110"/>
              </a:xfrm>
              <a:prstGeom prst="rect">
                <a:avLst/>
              </a:prstGeom>
              <a:blipFill>
                <a:blip r:embed="rId4"/>
                <a:stretch>
                  <a:fillRect l="-2326" r="-1550" b="-181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472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2E21-B440-E36F-FC80-E4DD0295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C77B-907F-4B6C-092F-932FC6D9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AC228-1DEC-4176-A928-66F36C98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Building Predictive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6C00D-1B7D-A709-6FFD-920D2AFC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3856A-DD07-8CCB-421D-01E6B8B2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8C2158-0984-B926-C592-890E2B72B527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8C2158-0984-B926-C592-890E2B72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214117F-B3C4-0364-DC03-C506302E68DA}"/>
              </a:ext>
            </a:extLst>
          </p:cNvPr>
          <p:cNvSpPr txBox="1">
            <a:spLocks/>
          </p:cNvSpPr>
          <p:nvPr/>
        </p:nvSpPr>
        <p:spPr>
          <a:xfrm>
            <a:off x="2550878" y="5428606"/>
            <a:ext cx="2975444" cy="480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with 1 hidden layer</a:t>
            </a:r>
          </a:p>
        </p:txBody>
      </p:sp>
      <p:sp>
        <p:nvSpPr>
          <p:cNvPr id="24" name="정육면체 6">
            <a:extLst>
              <a:ext uri="{FF2B5EF4-FFF2-40B4-BE49-F238E27FC236}">
                <a16:creationId xmlns:a16="http://schemas.microsoft.com/office/drawing/2014/main" id="{F5F6314D-4D68-AE13-D1E9-02F4B19AD2B9}"/>
              </a:ext>
            </a:extLst>
          </p:cNvPr>
          <p:cNvSpPr/>
          <p:nvPr/>
        </p:nvSpPr>
        <p:spPr>
          <a:xfrm>
            <a:off x="5624112" y="3247249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정육면체 21">
            <a:extLst>
              <a:ext uri="{FF2B5EF4-FFF2-40B4-BE49-F238E27FC236}">
                <a16:creationId xmlns:a16="http://schemas.microsoft.com/office/drawing/2014/main" id="{B64E1C90-1CDD-AF25-46A7-5FE6596FFDA3}"/>
              </a:ext>
            </a:extLst>
          </p:cNvPr>
          <p:cNvSpPr/>
          <p:nvPr/>
        </p:nvSpPr>
        <p:spPr>
          <a:xfrm>
            <a:off x="5624112" y="4061600"/>
            <a:ext cx="1068638" cy="69147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15E599CB-4481-B1B6-4FE4-0A652BBFC92B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F0DD57F1-91D1-865C-0D42-890C5F98F762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64D29D81-34E0-6EBF-F9B8-953021C8062A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11">
            <a:extLst>
              <a:ext uri="{FF2B5EF4-FFF2-40B4-BE49-F238E27FC236}">
                <a16:creationId xmlns:a16="http://schemas.microsoft.com/office/drawing/2014/main" id="{7A7185A4-6158-389B-9E5C-EC9237CB77EE}"/>
              </a:ext>
            </a:extLst>
          </p:cNvPr>
          <p:cNvSpPr/>
          <p:nvPr/>
        </p:nvSpPr>
        <p:spPr>
          <a:xfrm>
            <a:off x="3089379" y="2798948"/>
            <a:ext cx="1898442" cy="23202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14">
            <a:extLst>
              <a:ext uri="{FF2B5EF4-FFF2-40B4-BE49-F238E27FC236}">
                <a16:creationId xmlns:a16="http://schemas.microsoft.com/office/drawing/2014/main" id="{1D5B287B-095F-C134-00C9-7481B0CC7421}"/>
              </a:ext>
            </a:extLst>
          </p:cNvPr>
          <p:cNvSpPr/>
          <p:nvPr/>
        </p:nvSpPr>
        <p:spPr>
          <a:xfrm>
            <a:off x="5336478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419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E06D-46C7-FF82-DC38-42C94596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0695-6199-0F93-BB08-44730A9F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810A-704F-CF45-356A-B8F9A755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3A: Train with Prediction-focused Learning (PFL)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13D4B-CA06-59DC-C2FB-714B5E3F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16ACC-7041-5BA9-8DF9-555BCAB5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971609-C35B-BFB7-8A05-F75EFCF326B7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971609-C35B-BFB7-8A05-F75EFCF32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정육면체 6">
            <a:extLst>
              <a:ext uri="{FF2B5EF4-FFF2-40B4-BE49-F238E27FC236}">
                <a16:creationId xmlns:a16="http://schemas.microsoft.com/office/drawing/2014/main" id="{C0DBCCE3-7C72-CF9F-09B7-86674ECCDEE7}"/>
              </a:ext>
            </a:extLst>
          </p:cNvPr>
          <p:cNvSpPr/>
          <p:nvPr/>
        </p:nvSpPr>
        <p:spPr>
          <a:xfrm>
            <a:off x="5624112" y="3247249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정육면체 21">
            <a:extLst>
              <a:ext uri="{FF2B5EF4-FFF2-40B4-BE49-F238E27FC236}">
                <a16:creationId xmlns:a16="http://schemas.microsoft.com/office/drawing/2014/main" id="{71B39545-BA86-F13D-BE0F-1B2999B935CA}"/>
              </a:ext>
            </a:extLst>
          </p:cNvPr>
          <p:cNvSpPr/>
          <p:nvPr/>
        </p:nvSpPr>
        <p:spPr>
          <a:xfrm>
            <a:off x="5624112" y="4061600"/>
            <a:ext cx="1068638" cy="69147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D5638BF2-416F-8070-26F6-934B87A0D095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7E645D02-5183-14CC-75C9-62BA4CA050AD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C0A8AE24-5DB6-7FCD-7073-72E2EF78B885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14">
            <a:extLst>
              <a:ext uri="{FF2B5EF4-FFF2-40B4-BE49-F238E27FC236}">
                <a16:creationId xmlns:a16="http://schemas.microsoft.com/office/drawing/2014/main" id="{BAECE291-6DED-C334-0C45-FB7BB880B8BB}"/>
              </a:ext>
            </a:extLst>
          </p:cNvPr>
          <p:cNvSpPr/>
          <p:nvPr/>
        </p:nvSpPr>
        <p:spPr>
          <a:xfrm>
            <a:off x="5336478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화살표: 오른쪽 37">
            <a:extLst>
              <a:ext uri="{FF2B5EF4-FFF2-40B4-BE49-F238E27FC236}">
                <a16:creationId xmlns:a16="http://schemas.microsoft.com/office/drawing/2014/main" id="{B01889BD-D559-54B6-8BF1-82E23CF2598A}"/>
              </a:ext>
            </a:extLst>
          </p:cNvPr>
          <p:cNvSpPr/>
          <p:nvPr/>
        </p:nvSpPr>
        <p:spPr>
          <a:xfrm rot="10800000">
            <a:off x="3757932" y="5338713"/>
            <a:ext cx="1355165" cy="401024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6B2B6-018D-1504-5EA7-D0429D50E543}"/>
              </a:ext>
            </a:extLst>
          </p:cNvPr>
          <p:cNvSpPr txBox="1"/>
          <p:nvPr/>
        </p:nvSpPr>
        <p:spPr>
          <a:xfrm>
            <a:off x="3757933" y="4999695"/>
            <a:ext cx="151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16">
            <a:extLst>
              <a:ext uri="{FF2B5EF4-FFF2-40B4-BE49-F238E27FC236}">
                <a16:creationId xmlns:a16="http://schemas.microsoft.com/office/drawing/2014/main" id="{B4BAFCB9-CAC1-024C-62F5-07FA6DB8B788}"/>
              </a:ext>
            </a:extLst>
          </p:cNvPr>
          <p:cNvSpPr/>
          <p:nvPr/>
        </p:nvSpPr>
        <p:spPr>
          <a:xfrm>
            <a:off x="5336478" y="5287464"/>
            <a:ext cx="1898442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Loss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47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3D53-CFD4-F6AC-5FFE-C95F1BE8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0F90-E114-47C1-5AB4-F7F06A30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54FE1-C457-F45A-C364-B4686E8A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3B: Train with Decision-focused Learning (DFL)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1F4EF-D337-5A2C-E5B6-20D644FB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E747-2074-27D2-936A-07072ECB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B278C-09EC-ADA2-401D-37BECB1FD841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B278C-09EC-ADA2-401D-37BECB1FD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정육면체 6">
            <a:extLst>
              <a:ext uri="{FF2B5EF4-FFF2-40B4-BE49-F238E27FC236}">
                <a16:creationId xmlns:a16="http://schemas.microsoft.com/office/drawing/2014/main" id="{286C776C-BD80-0588-92FE-BA435165FA32}"/>
              </a:ext>
            </a:extLst>
          </p:cNvPr>
          <p:cNvSpPr/>
          <p:nvPr/>
        </p:nvSpPr>
        <p:spPr>
          <a:xfrm>
            <a:off x="5624112" y="3247249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정육면체 21">
            <a:extLst>
              <a:ext uri="{FF2B5EF4-FFF2-40B4-BE49-F238E27FC236}">
                <a16:creationId xmlns:a16="http://schemas.microsoft.com/office/drawing/2014/main" id="{BF67F26F-8AF2-5F44-A72D-15D17D6FE727}"/>
              </a:ext>
            </a:extLst>
          </p:cNvPr>
          <p:cNvSpPr/>
          <p:nvPr/>
        </p:nvSpPr>
        <p:spPr>
          <a:xfrm>
            <a:off x="5624112" y="4061600"/>
            <a:ext cx="1068638" cy="69147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1AD9D193-FE62-1B6D-8B58-0EDEE5C35AE1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7E7CF3EA-9CD9-28F9-BFE6-7E9D6C992E38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72AC4457-6DE3-AE2B-F4A2-8B9841BEF3EC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화살표: 오른쪽 10">
            <a:extLst>
              <a:ext uri="{FF2B5EF4-FFF2-40B4-BE49-F238E27FC236}">
                <a16:creationId xmlns:a16="http://schemas.microsoft.com/office/drawing/2014/main" id="{96EB16A2-23EA-101D-6082-3A3155490980}"/>
              </a:ext>
            </a:extLst>
          </p:cNvPr>
          <p:cNvSpPr/>
          <p:nvPr/>
        </p:nvSpPr>
        <p:spPr>
          <a:xfrm>
            <a:off x="7178991" y="3844161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내용 개체 틀 9">
            <a:extLst>
              <a:ext uri="{FF2B5EF4-FFF2-40B4-BE49-F238E27FC236}">
                <a16:creationId xmlns:a16="http://schemas.microsoft.com/office/drawing/2014/main" id="{82A6FBF2-6B4D-7B34-6006-D8511B006F7C}"/>
              </a:ext>
            </a:extLst>
          </p:cNvPr>
          <p:cNvSpPr txBox="1">
            <a:spLocks/>
          </p:cNvSpPr>
          <p:nvPr/>
        </p:nvSpPr>
        <p:spPr bwMode="auto">
          <a:xfrm>
            <a:off x="7547728" y="3733019"/>
            <a:ext cx="1458186" cy="613105"/>
          </a:xfrm>
          <a:prstGeom prst="rect">
            <a:avLst/>
          </a:prstGeom>
          <a:solidFill>
            <a:srgbClr val="4F81BD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0712" tIns="45356" rIns="90712" bIns="45356" numCol="1" anchor="t" anchorCtr="0" compatLnSpc="1">
            <a:prstTxWarp prst="textNoShape">
              <a:avLst/>
            </a:prstTxWarp>
          </a:bodyPr>
          <a:lstStyle>
            <a:lvl1pPr marL="340170" indent="-34017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1pPr>
            <a:lvl2pPr marL="737036" indent="-28347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2pPr>
            <a:lvl3pPr marL="1133901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3pPr>
            <a:lvl4pPr marL="158746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4pPr>
            <a:lvl5pPr marL="204102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5pPr>
            <a:lvl6pPr marL="2494582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48143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170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526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</p:txBody>
      </p:sp>
      <p:sp>
        <p:nvSpPr>
          <p:cNvPr id="29" name="직사각형 14">
            <a:extLst>
              <a:ext uri="{FF2B5EF4-FFF2-40B4-BE49-F238E27FC236}">
                <a16:creationId xmlns:a16="http://schemas.microsoft.com/office/drawing/2014/main" id="{3AD8B921-89DA-AE22-1D45-50183C02421E}"/>
              </a:ext>
            </a:extLst>
          </p:cNvPr>
          <p:cNvSpPr/>
          <p:nvPr/>
        </p:nvSpPr>
        <p:spPr>
          <a:xfrm>
            <a:off x="5336478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14">
            <a:extLst>
              <a:ext uri="{FF2B5EF4-FFF2-40B4-BE49-F238E27FC236}">
                <a16:creationId xmlns:a16="http://schemas.microsoft.com/office/drawing/2014/main" id="{C87B2FA2-72DA-7A2F-B911-88B32D4E0EF7}"/>
              </a:ext>
            </a:extLst>
          </p:cNvPr>
          <p:cNvSpPr/>
          <p:nvPr/>
        </p:nvSpPr>
        <p:spPr>
          <a:xfrm>
            <a:off x="9773419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화살표: 오른쪽 37">
            <a:extLst>
              <a:ext uri="{FF2B5EF4-FFF2-40B4-BE49-F238E27FC236}">
                <a16:creationId xmlns:a16="http://schemas.microsoft.com/office/drawing/2014/main" id="{3C38FE10-4414-AE59-8583-FF69918BF118}"/>
              </a:ext>
            </a:extLst>
          </p:cNvPr>
          <p:cNvSpPr/>
          <p:nvPr/>
        </p:nvSpPr>
        <p:spPr>
          <a:xfrm rot="10800000">
            <a:off x="3757931" y="5344635"/>
            <a:ext cx="5698303" cy="401024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1784A-638A-C651-D7DE-829B7DEFAFCD}"/>
              </a:ext>
            </a:extLst>
          </p:cNvPr>
          <p:cNvSpPr txBox="1"/>
          <p:nvPr/>
        </p:nvSpPr>
        <p:spPr>
          <a:xfrm>
            <a:off x="8153400" y="5048829"/>
            <a:ext cx="151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16">
            <a:extLst>
              <a:ext uri="{FF2B5EF4-FFF2-40B4-BE49-F238E27FC236}">
                <a16:creationId xmlns:a16="http://schemas.microsoft.com/office/drawing/2014/main" id="{CB47613E-8D80-9EEC-9B3A-1A23782169F9}"/>
              </a:ext>
            </a:extLst>
          </p:cNvPr>
          <p:cNvSpPr/>
          <p:nvPr/>
        </p:nvSpPr>
        <p:spPr>
          <a:xfrm>
            <a:off x="9640533" y="5287464"/>
            <a:ext cx="1898442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Regret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정육면체 6">
            <a:extLst>
              <a:ext uri="{FF2B5EF4-FFF2-40B4-BE49-F238E27FC236}">
                <a16:creationId xmlns:a16="http://schemas.microsoft.com/office/drawing/2014/main" id="{ECD78AEC-8ECD-193F-808B-2D312845BF26}"/>
              </a:ext>
            </a:extLst>
          </p:cNvPr>
          <p:cNvSpPr/>
          <p:nvPr/>
        </p:nvSpPr>
        <p:spPr>
          <a:xfrm>
            <a:off x="9943281" y="3654653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386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2A54-6A8C-E65A-BCD5-82331908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B6C3B-D494-0747-3DF9-B5249C70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FA65E-5EEA-FF96-0F37-C292A30CA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3B: Train with Decision-focused Learning (DFL)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B495-A45A-C1E0-921A-E1393004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96EA9-C313-61E3-8AED-1D486332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E682CA-5DE2-CE04-8029-93FC0ECF440F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E682CA-5DE2-CE04-8029-93FC0ECF4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정육면체 6">
            <a:extLst>
              <a:ext uri="{FF2B5EF4-FFF2-40B4-BE49-F238E27FC236}">
                <a16:creationId xmlns:a16="http://schemas.microsoft.com/office/drawing/2014/main" id="{EA909D51-3324-6DF8-E38F-F072DD1D5631}"/>
              </a:ext>
            </a:extLst>
          </p:cNvPr>
          <p:cNvSpPr/>
          <p:nvPr/>
        </p:nvSpPr>
        <p:spPr>
          <a:xfrm>
            <a:off x="5624112" y="3247249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정육면체 21">
            <a:extLst>
              <a:ext uri="{FF2B5EF4-FFF2-40B4-BE49-F238E27FC236}">
                <a16:creationId xmlns:a16="http://schemas.microsoft.com/office/drawing/2014/main" id="{B48AEA90-A389-AED4-C46F-AD1495408072}"/>
              </a:ext>
            </a:extLst>
          </p:cNvPr>
          <p:cNvSpPr/>
          <p:nvPr/>
        </p:nvSpPr>
        <p:spPr>
          <a:xfrm>
            <a:off x="5624112" y="4061600"/>
            <a:ext cx="1068638" cy="69147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5F56DA10-2F7B-6EA0-636E-1B1CBDED9A9E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E9355CDC-B01D-8134-61D0-DB4233188FD1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4F81B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684C64FC-4269-5B87-D12A-170725F5E7CB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화살표: 오른쪽 10">
            <a:extLst>
              <a:ext uri="{FF2B5EF4-FFF2-40B4-BE49-F238E27FC236}">
                <a16:creationId xmlns:a16="http://schemas.microsoft.com/office/drawing/2014/main" id="{204E5370-3984-F72E-8DAC-9E86B9409E48}"/>
              </a:ext>
            </a:extLst>
          </p:cNvPr>
          <p:cNvSpPr/>
          <p:nvPr/>
        </p:nvSpPr>
        <p:spPr>
          <a:xfrm>
            <a:off x="7178991" y="3844161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내용 개체 틀 9">
                <a:extLst>
                  <a:ext uri="{FF2B5EF4-FFF2-40B4-BE49-F238E27FC236}">
                    <a16:creationId xmlns:a16="http://schemas.microsoft.com/office/drawing/2014/main" id="{EB94FB4C-93A8-650A-DC45-0135E009B95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47728" y="3733019"/>
                <a:ext cx="1458186" cy="613105"/>
              </a:xfrm>
              <a:prstGeom prst="rect">
                <a:avLst/>
              </a:prstGeom>
              <a:solidFill>
                <a:srgbClr val="4F81BD"/>
              </a:solidFill>
              <a:ln w="127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vert="horz" wrap="square" lIns="90712" tIns="45356" rIns="90712" bIns="45356" numCol="1" anchor="t" anchorCtr="0" compatLnSpc="1">
                <a:prstTxWarp prst="textNoShape">
                  <a:avLst/>
                </a:prstTxWarp>
              </a:bodyPr>
              <a:lstStyle>
                <a:lvl1pPr marL="340170" indent="-34017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Corbel" charset="0"/>
                    <a:cs typeface="Corbel" charset="0"/>
                  </a:defRPr>
                </a:lvl1pPr>
                <a:lvl2pPr marL="737036" indent="-2834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Corbel" charset="0"/>
                    <a:cs typeface="Corbel" charset="0"/>
                  </a:defRPr>
                </a:lvl2pPr>
                <a:lvl3pPr marL="1133901" indent="-22678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Corbel" charset="0"/>
                    <a:cs typeface="Corbel" charset="0"/>
                  </a:defRPr>
                </a:lvl3pPr>
                <a:lvl4pPr marL="1587462" indent="-22678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200" kern="1200">
                    <a:solidFill>
                      <a:schemeClr val="tx1"/>
                    </a:solidFill>
                    <a:latin typeface="+mn-lt"/>
                    <a:ea typeface="Corbel" charset="0"/>
                    <a:cs typeface="Corbel" charset="0"/>
                  </a:defRPr>
                </a:lvl4pPr>
                <a:lvl5pPr marL="2041022" indent="-22678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200" kern="1200">
                    <a:solidFill>
                      <a:schemeClr val="tx1"/>
                    </a:solidFill>
                    <a:latin typeface="+mn-lt"/>
                    <a:ea typeface="Corbel" charset="0"/>
                    <a:cs typeface="Corbel" charset="0"/>
                  </a:defRPr>
                </a:lvl5pPr>
                <a:lvl6pPr marL="2494582" indent="-226781" algn="l" defTabSz="90712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48143" indent="-226781" algn="l" defTabSz="90712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01704" indent="-226781" algn="l" defTabSz="90712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55264" indent="-226781" algn="l" defTabSz="90712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latinLnBrk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𝒔𝒐𝒇𝒕𝒎𝒂𝒙</m:t>
                      </m:r>
                    </m:oMath>
                  </m:oMathPara>
                </a14:m>
                <a:endParaRPr lang="en-US" altLang="ko-KR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내용 개체 틀 9">
                <a:extLst>
                  <a:ext uri="{FF2B5EF4-FFF2-40B4-BE49-F238E27FC236}">
                    <a16:creationId xmlns:a16="http://schemas.microsoft.com/office/drawing/2014/main" id="{EB94FB4C-93A8-650A-DC45-0135E009B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7728" y="3733019"/>
                <a:ext cx="1458186" cy="613105"/>
              </a:xfrm>
              <a:prstGeom prst="rect">
                <a:avLst/>
              </a:prstGeom>
              <a:blipFill>
                <a:blip r:embed="rId4"/>
                <a:stretch>
                  <a:fillRect l="-5128" r="-855" b="-6000"/>
                </a:stretch>
              </a:blipFill>
              <a:ln w="127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14">
            <a:extLst>
              <a:ext uri="{FF2B5EF4-FFF2-40B4-BE49-F238E27FC236}">
                <a16:creationId xmlns:a16="http://schemas.microsoft.com/office/drawing/2014/main" id="{23A73089-9915-036B-549B-15AEE2B9FF37}"/>
              </a:ext>
            </a:extLst>
          </p:cNvPr>
          <p:cNvSpPr/>
          <p:nvPr/>
        </p:nvSpPr>
        <p:spPr>
          <a:xfrm>
            <a:off x="5336478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14">
            <a:extLst>
              <a:ext uri="{FF2B5EF4-FFF2-40B4-BE49-F238E27FC236}">
                <a16:creationId xmlns:a16="http://schemas.microsoft.com/office/drawing/2014/main" id="{6F23D0A6-3CB9-F76F-2FFA-6DEC1D7BF029}"/>
              </a:ext>
            </a:extLst>
          </p:cNvPr>
          <p:cNvSpPr/>
          <p:nvPr/>
        </p:nvSpPr>
        <p:spPr>
          <a:xfrm>
            <a:off x="9773419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화살표: 오른쪽 37">
            <a:extLst>
              <a:ext uri="{FF2B5EF4-FFF2-40B4-BE49-F238E27FC236}">
                <a16:creationId xmlns:a16="http://schemas.microsoft.com/office/drawing/2014/main" id="{C263F46C-8808-031A-AD53-FA2D104C830E}"/>
              </a:ext>
            </a:extLst>
          </p:cNvPr>
          <p:cNvSpPr/>
          <p:nvPr/>
        </p:nvSpPr>
        <p:spPr>
          <a:xfrm rot="10800000">
            <a:off x="3757931" y="5344635"/>
            <a:ext cx="5698303" cy="401024"/>
          </a:xfrm>
          <a:prstGeom prst="righ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16">
            <a:extLst>
              <a:ext uri="{FF2B5EF4-FFF2-40B4-BE49-F238E27FC236}">
                <a16:creationId xmlns:a16="http://schemas.microsoft.com/office/drawing/2014/main" id="{97456E38-A9E3-59FB-D7BF-DAA50BDBC561}"/>
              </a:ext>
            </a:extLst>
          </p:cNvPr>
          <p:cNvSpPr/>
          <p:nvPr/>
        </p:nvSpPr>
        <p:spPr>
          <a:xfrm>
            <a:off x="9640533" y="5287464"/>
            <a:ext cx="1898442" cy="50907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Regret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정육면체 6">
            <a:extLst>
              <a:ext uri="{FF2B5EF4-FFF2-40B4-BE49-F238E27FC236}">
                <a16:creationId xmlns:a16="http://schemas.microsoft.com/office/drawing/2014/main" id="{7F7CBD53-9353-3B27-1331-42BC5C6C0BA7}"/>
              </a:ext>
            </a:extLst>
          </p:cNvPr>
          <p:cNvSpPr/>
          <p:nvPr/>
        </p:nvSpPr>
        <p:spPr>
          <a:xfrm>
            <a:off x="9943281" y="3654653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407E03-C087-2A31-6AAD-6B56D4E5FEE0}"/>
                  </a:ext>
                </a:extLst>
              </p:cNvPr>
              <p:cNvSpPr txBox="1"/>
              <p:nvPr/>
            </p:nvSpPr>
            <p:spPr>
              <a:xfrm>
                <a:off x="6310629" y="5898366"/>
                <a:ext cx="55466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𝐑𝐞𝐠𝐫𝐞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𝒐𝒑𝒕𝒊𝒎𝒂𝒍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𝒓𝒆𝒘𝒂𝒓𝒅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𝒐𝒖𝒓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𝒓𝒆𝒘𝒂𝒓𝒅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407E03-C087-2A31-6AAD-6B56D4E5F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629" y="5898366"/>
                <a:ext cx="5546687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272EC8-0FC2-B869-9930-26E052278C4F}"/>
              </a:ext>
            </a:extLst>
          </p:cNvPr>
          <p:cNvSpPr/>
          <p:nvPr/>
        </p:nvSpPr>
        <p:spPr>
          <a:xfrm>
            <a:off x="7368794" y="3429001"/>
            <a:ext cx="1898442" cy="12320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03576-8254-0E7D-3451-2B3F27C525EE}"/>
              </a:ext>
            </a:extLst>
          </p:cNvPr>
          <p:cNvSpPr txBox="1"/>
          <p:nvPr/>
        </p:nvSpPr>
        <p:spPr>
          <a:xfrm>
            <a:off x="8153400" y="5048829"/>
            <a:ext cx="151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직사각형 11">
            <a:extLst>
              <a:ext uri="{FF2B5EF4-FFF2-40B4-BE49-F238E27FC236}">
                <a16:creationId xmlns:a16="http://schemas.microsoft.com/office/drawing/2014/main" id="{22F3A205-C716-F883-CD7A-DF18AEFFCCEF}"/>
              </a:ext>
            </a:extLst>
          </p:cNvPr>
          <p:cNvSpPr/>
          <p:nvPr/>
        </p:nvSpPr>
        <p:spPr>
          <a:xfrm>
            <a:off x="6598507" y="5898365"/>
            <a:ext cx="4940468" cy="4526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762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4BE6C-4CFB-B6D1-D697-19EFD236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A79E-7938-246F-2DBD-2D7C26C0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CA169-EE3D-0D31-658F-EEF75853E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709"/>
            <a:ext cx="10515600" cy="683004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Test and Plot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81DB9-5584-31D9-B544-AA5BCB53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B63EB-C297-A6AB-0CB3-367ABDF1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56E1EA4-B299-B67A-C6D9-843432F6B91D}"/>
                  </a:ext>
                </a:extLst>
              </p:cNvPr>
              <p:cNvSpPr txBox="1"/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56E1EA4-B299-B67A-C6D9-843432F6B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311" y="3780395"/>
                <a:ext cx="1198524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정육면체 6">
            <a:extLst>
              <a:ext uri="{FF2B5EF4-FFF2-40B4-BE49-F238E27FC236}">
                <a16:creationId xmlns:a16="http://schemas.microsoft.com/office/drawing/2014/main" id="{CC73505E-567C-5B10-945B-577FEF498453}"/>
              </a:ext>
            </a:extLst>
          </p:cNvPr>
          <p:cNvSpPr/>
          <p:nvPr/>
        </p:nvSpPr>
        <p:spPr>
          <a:xfrm>
            <a:off x="5624112" y="3247249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정육면체 21">
            <a:extLst>
              <a:ext uri="{FF2B5EF4-FFF2-40B4-BE49-F238E27FC236}">
                <a16:creationId xmlns:a16="http://schemas.microsoft.com/office/drawing/2014/main" id="{666115B9-E9A9-233E-8925-F1297955906D}"/>
              </a:ext>
            </a:extLst>
          </p:cNvPr>
          <p:cNvSpPr/>
          <p:nvPr/>
        </p:nvSpPr>
        <p:spPr>
          <a:xfrm>
            <a:off x="5624112" y="4061600"/>
            <a:ext cx="1068638" cy="691471"/>
          </a:xfrm>
          <a:prstGeom prst="cube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화살표: 오른쪽 10">
            <a:extLst>
              <a:ext uri="{FF2B5EF4-FFF2-40B4-BE49-F238E27FC236}">
                <a16:creationId xmlns:a16="http://schemas.microsoft.com/office/drawing/2014/main" id="{1AE14BDA-34EF-C80B-74E3-AB9C8DBA9972}"/>
              </a:ext>
            </a:extLst>
          </p:cNvPr>
          <p:cNvSpPr/>
          <p:nvPr/>
        </p:nvSpPr>
        <p:spPr>
          <a:xfrm>
            <a:off x="2794575" y="3777186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다리꼴 12">
            <a:extLst>
              <a:ext uri="{FF2B5EF4-FFF2-40B4-BE49-F238E27FC236}">
                <a16:creationId xmlns:a16="http://schemas.microsoft.com/office/drawing/2014/main" id="{1ACD3E15-D341-B365-EC1D-270FA0778B33}"/>
              </a:ext>
            </a:extLst>
          </p:cNvPr>
          <p:cNvSpPr/>
          <p:nvPr/>
        </p:nvSpPr>
        <p:spPr>
          <a:xfrm rot="5400000">
            <a:off x="3104777" y="3116235"/>
            <a:ext cx="1890116" cy="1739556"/>
          </a:xfrm>
          <a:prstGeom prst="trapezoid">
            <a:avLst>
              <a:gd name="adj" fmla="val 24716"/>
            </a:avLst>
          </a:prstGeom>
          <a:solidFill>
            <a:srgbClr val="1CCFC9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</a:p>
          <a:p>
            <a:pPr algn="ctr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4">
            <a:extLst>
              <a:ext uri="{FF2B5EF4-FFF2-40B4-BE49-F238E27FC236}">
                <a16:creationId xmlns:a16="http://schemas.microsoft.com/office/drawing/2014/main" id="{CE386AD1-513C-65D2-22B1-AC922A126903}"/>
              </a:ext>
            </a:extLst>
          </p:cNvPr>
          <p:cNvSpPr/>
          <p:nvPr/>
        </p:nvSpPr>
        <p:spPr>
          <a:xfrm>
            <a:off x="1275532" y="1895114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14">
            <a:extLst>
              <a:ext uri="{FF2B5EF4-FFF2-40B4-BE49-F238E27FC236}">
                <a16:creationId xmlns:a16="http://schemas.microsoft.com/office/drawing/2014/main" id="{22FC6BC7-6878-237C-844F-C16E8E9040B2}"/>
              </a:ext>
            </a:extLst>
          </p:cNvPr>
          <p:cNvSpPr/>
          <p:nvPr/>
        </p:nvSpPr>
        <p:spPr>
          <a:xfrm>
            <a:off x="5336478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화살표: 오른쪽 10">
            <a:extLst>
              <a:ext uri="{FF2B5EF4-FFF2-40B4-BE49-F238E27FC236}">
                <a16:creationId xmlns:a16="http://schemas.microsoft.com/office/drawing/2014/main" id="{EF037363-A7C4-3640-FD0C-F2EF6E79F886}"/>
              </a:ext>
            </a:extLst>
          </p:cNvPr>
          <p:cNvSpPr/>
          <p:nvPr/>
        </p:nvSpPr>
        <p:spPr>
          <a:xfrm>
            <a:off x="7178991" y="3844161"/>
            <a:ext cx="2443631" cy="390823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37D39C45-22B5-5A7E-CAC1-5BBCEEC14F01}"/>
              </a:ext>
            </a:extLst>
          </p:cNvPr>
          <p:cNvSpPr txBox="1">
            <a:spLocks/>
          </p:cNvSpPr>
          <p:nvPr/>
        </p:nvSpPr>
        <p:spPr bwMode="auto">
          <a:xfrm>
            <a:off x="7547728" y="3733019"/>
            <a:ext cx="1458186" cy="613105"/>
          </a:xfrm>
          <a:prstGeom prst="rect">
            <a:avLst/>
          </a:prstGeom>
          <a:solidFill>
            <a:srgbClr val="4F81BD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0712" tIns="45356" rIns="90712" bIns="45356" numCol="1" anchor="t" anchorCtr="0" compatLnSpc="1">
            <a:prstTxWarp prst="textNoShape">
              <a:avLst/>
            </a:prstTxWarp>
          </a:bodyPr>
          <a:lstStyle>
            <a:lvl1pPr marL="340170" indent="-34017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1pPr>
            <a:lvl2pPr marL="737036" indent="-28347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2pPr>
            <a:lvl3pPr marL="1133901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3pPr>
            <a:lvl4pPr marL="158746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4pPr>
            <a:lvl5pPr marL="2041022" indent="-2267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Corbel" charset="0"/>
                <a:cs typeface="Corbel" charset="0"/>
              </a:defRPr>
            </a:lvl5pPr>
            <a:lvl6pPr marL="2494582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48143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170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5264" indent="-226781" algn="l" defTabSz="9071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</p:txBody>
      </p:sp>
      <p:sp>
        <p:nvSpPr>
          <p:cNvPr id="11" name="정육면체 6">
            <a:extLst>
              <a:ext uri="{FF2B5EF4-FFF2-40B4-BE49-F238E27FC236}">
                <a16:creationId xmlns:a16="http://schemas.microsoft.com/office/drawing/2014/main" id="{F34F90B4-3EF9-CEBC-3A71-0A4A0EADF7DC}"/>
              </a:ext>
            </a:extLst>
          </p:cNvPr>
          <p:cNvSpPr/>
          <p:nvPr/>
        </p:nvSpPr>
        <p:spPr>
          <a:xfrm>
            <a:off x="9943281" y="3654653"/>
            <a:ext cx="1068638" cy="691471"/>
          </a:xfrm>
          <a:prstGeom prst="cub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직사각형 14">
            <a:extLst>
              <a:ext uri="{FF2B5EF4-FFF2-40B4-BE49-F238E27FC236}">
                <a16:creationId xmlns:a16="http://schemas.microsoft.com/office/drawing/2014/main" id="{33341964-EFF0-A966-AE97-26A6E96C1BAA}"/>
              </a:ext>
            </a:extLst>
          </p:cNvPr>
          <p:cNvSpPr/>
          <p:nvPr/>
        </p:nvSpPr>
        <p:spPr>
          <a:xfrm>
            <a:off x="9773419" y="1888840"/>
            <a:ext cx="1519043" cy="52847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ko-K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784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8747-04CE-3DD3-E1D6-192C5D2F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AF49-A09B-BA3E-42E4-E01DDB44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771"/>
            <a:ext cx="4740797" cy="42195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Exercise</a:t>
            </a:r>
            <a:endParaRPr lang="en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3BE6F-1D71-113F-6CAE-D59BF3BC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UNIST&amp;KAIST Financial Engineering Lab.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89AA9-5DA6-45CD-D13F-E40C87B7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292-AE6D-4285-8629-D6F1346CD466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5A2C4-2379-30FD-A232-88AE1CC42530}"/>
              </a:ext>
            </a:extLst>
          </p:cNvPr>
          <p:cNvSpPr txBox="1"/>
          <p:nvPr/>
        </p:nvSpPr>
        <p:spPr>
          <a:xfrm>
            <a:off x="5153025" y="1071460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ko-KR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55361-DFB8-1B72-E49D-323A11D38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047" y="1616306"/>
            <a:ext cx="4445905" cy="444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8295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15426</TotalTime>
  <Words>877</Words>
  <Application>Microsoft Macintosh PowerPoint</Application>
  <PresentationFormat>Widescreen</PresentationFormat>
  <Paragraphs>302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디자인 사용자 지정</vt:lpstr>
      <vt:lpstr>Office 테마</vt:lpstr>
      <vt:lpstr>Understanding Decision-focused Learning</vt:lpstr>
      <vt:lpstr>Introduction</vt:lpstr>
      <vt:lpstr>Introduction</vt:lpstr>
      <vt:lpstr>Introduction</vt:lpstr>
      <vt:lpstr>Introduction</vt:lpstr>
      <vt:lpstr>Introduction</vt:lpstr>
      <vt:lpstr>Prediction &amp; Optimization Framework</vt:lpstr>
      <vt:lpstr>Prediction &amp; Optimization Framework</vt:lpstr>
      <vt:lpstr>Prediction &amp; Optimization Framework</vt:lpstr>
      <vt:lpstr>Prediction &amp; Optimization Framework</vt:lpstr>
      <vt:lpstr>Prediction &amp; Optimization Framework</vt:lpstr>
      <vt:lpstr>Hands-on Exercise</vt:lpstr>
      <vt:lpstr>Hands-on Exercise</vt:lpstr>
      <vt:lpstr>Hands-on Exercise</vt:lpstr>
      <vt:lpstr>Hands-on Exercise</vt:lpstr>
      <vt:lpstr>Hands-on Exercise</vt:lpstr>
      <vt:lpstr>Hands-on Exercise</vt:lpstr>
      <vt:lpstr>Hands-on Exercise</vt:lpstr>
      <vt:lpstr>Hands-on Exercise</vt:lpstr>
      <vt:lpstr>Hands-on Exercise</vt:lpstr>
      <vt:lpstr>Hands-on Exercise</vt:lpstr>
      <vt:lpstr>Hands-on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JeonHaeun</cp:lastModifiedBy>
  <cp:revision>153</cp:revision>
  <dcterms:created xsi:type="dcterms:W3CDTF">2018-08-16T10:07:32Z</dcterms:created>
  <dcterms:modified xsi:type="dcterms:W3CDTF">2025-11-12T11:45:38Z</dcterms:modified>
</cp:coreProperties>
</file>